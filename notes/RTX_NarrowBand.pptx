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notesSlides/notesSlide4.xml" ContentType="application/vnd.openxmlformats-officedocument.presentationml.notesSlide+xml"/>
  <Override PartName="/ppt/tags/tag17.xml" ContentType="application/vnd.openxmlformats-officedocument.presentationml.tags+xml"/>
  <Override PartName="/ppt/notesSlides/notesSlide5.xml" ContentType="application/vnd.openxmlformats-officedocument.presentationml.notesSlide+xml"/>
  <Override PartName="/ppt/tags/tag18.xml" ContentType="application/vnd.openxmlformats-officedocument.presentationml.tags+xml"/>
  <Override PartName="/ppt/notesSlides/notesSlide6.xml" ContentType="application/vnd.openxmlformats-officedocument.presentationml.notesSlide+xml"/>
  <Override PartName="/ppt/tags/tag19.xml" ContentType="application/vnd.openxmlformats-officedocument.presentationml.tags+xml"/>
  <Override PartName="/ppt/notesSlides/notesSlide7.xml" ContentType="application/vnd.openxmlformats-officedocument.presentationml.notesSlide+xml"/>
  <Override PartName="/ppt/tags/tag20.xml" ContentType="application/vnd.openxmlformats-officedocument.presentationml.tags+xml"/>
  <Override PartName="/ppt/notesSlides/notesSlide8.xml" ContentType="application/vnd.openxmlformats-officedocument.presentationml.notesSlide+xml"/>
  <Override PartName="/ppt/tags/tag21.xml" ContentType="application/vnd.openxmlformats-officedocument.presentationml.tags+xml"/>
  <Override PartName="/ppt/notesSlides/notesSlide9.xml" ContentType="application/vnd.openxmlformats-officedocument.presentationml.notesSlide+xml"/>
  <Override PartName="/ppt/tags/tag22.xml" ContentType="application/vnd.openxmlformats-officedocument.presentationml.tags+xml"/>
  <Override PartName="/ppt/notesSlides/notesSlide10.xml" ContentType="application/vnd.openxmlformats-officedocument.presentationml.notesSlide+xml"/>
  <Override PartName="/ppt/tags/tag23.xml" ContentType="application/vnd.openxmlformats-officedocument.presentationml.tags+xml"/>
  <Override PartName="/ppt/notesSlides/notesSlide11.xml" ContentType="application/vnd.openxmlformats-officedocument.presentationml.notesSlide+xml"/>
  <Override PartName="/ppt/tags/tag24.xml" ContentType="application/vnd.openxmlformats-officedocument.presentationml.tags+xml"/>
  <Override PartName="/ppt/notesSlides/notesSlide12.xml" ContentType="application/vnd.openxmlformats-officedocument.presentationml.notesSlide+xml"/>
  <Override PartName="/ppt/tags/tag25.xml" ContentType="application/vnd.openxmlformats-officedocument.presentationml.tags+xml"/>
  <Override PartName="/ppt/notesSlides/notesSlide13.xml" ContentType="application/vnd.openxmlformats-officedocument.presentationml.notesSlide+xml"/>
  <Override PartName="/ppt/tags/tag26.xml" ContentType="application/vnd.openxmlformats-officedocument.presentationml.tags+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6"/>
    <p:sldMasterId id="2147483648" r:id="rId7"/>
    <p:sldMasterId id="2147483677" r:id="rId8"/>
  </p:sldMasterIdLst>
  <p:notesMasterIdLst>
    <p:notesMasterId r:id="rId23"/>
  </p:notesMasterIdLst>
  <p:handoutMasterIdLst>
    <p:handoutMasterId r:id="rId24"/>
  </p:handoutMasterIdLst>
  <p:sldIdLst>
    <p:sldId id="362" r:id="rId9"/>
    <p:sldId id="363" r:id="rId10"/>
    <p:sldId id="348" r:id="rId11"/>
    <p:sldId id="347" r:id="rId12"/>
    <p:sldId id="364" r:id="rId13"/>
    <p:sldId id="365" r:id="rId14"/>
    <p:sldId id="366" r:id="rId15"/>
    <p:sldId id="367" r:id="rId16"/>
    <p:sldId id="368" r:id="rId17"/>
    <p:sldId id="369" r:id="rId18"/>
    <p:sldId id="257" r:id="rId19"/>
    <p:sldId id="258" r:id="rId20"/>
    <p:sldId id="259" r:id="rId21"/>
    <p:sldId id="37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TX: Covers" id="{C067E147-92A3-4025-A692-50947FB67A62}">
          <p14:sldIdLst>
            <p14:sldId id="362"/>
          </p14:sldIdLst>
        </p14:section>
        <p14:section name="RTX: Content" id="{EA5EB87C-BF09-4E71-8317-503F941D8D52}">
          <p14:sldIdLst>
            <p14:sldId id="363"/>
            <p14:sldId id="348"/>
            <p14:sldId id="347"/>
            <p14:sldId id="364"/>
            <p14:sldId id="365"/>
            <p14:sldId id="366"/>
            <p14:sldId id="367"/>
            <p14:sldId id="368"/>
            <p14:sldId id="369"/>
            <p14:sldId id="257"/>
            <p14:sldId id="258"/>
            <p14:sldId id="259"/>
            <p14:sldId id="370"/>
          </p14:sldIdLst>
        </p14:section>
      </p14:sectionLst>
    </p:ext>
    <p:ext uri="{EFAFB233-063F-42B5-8137-9DF3F51BA10A}">
      <p15:sldGuideLst xmlns:p15="http://schemas.microsoft.com/office/powerpoint/2012/main">
        <p15:guide id="2" pos="3840">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7E605F5-24A2-6B8F-229D-2A3E07457F47}" name="Avitabile, Amy      RTX" initials="AAR" userId="S::E21161113@adxuser.com::50035740-67fe-4f30-8d66-cf523957c7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my Avitabile" initials="AA" lastIdx="1" clrIdx="0">
    <p:extLst>
      <p:ext uri="{19B8F6BF-5375-455C-9EA6-DF929625EA0E}">
        <p15:presenceInfo xmlns:p15="http://schemas.microsoft.com/office/powerpoint/2012/main" userId="S-1-5-21-1214440339-861567501-682003330-13659481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B661"/>
    <a:srgbClr val="9ABEAA"/>
    <a:srgbClr val="E6E6E6"/>
    <a:srgbClr val="908CC2"/>
    <a:srgbClr val="D9D9D6"/>
    <a:srgbClr val="B1B3B3"/>
    <a:srgbClr val="DFE0E0"/>
    <a:srgbClr val="F2F2F2"/>
    <a:srgbClr val="BFC1C2"/>
    <a:srgbClr val="6366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461345-B9F9-46A1-BE19-CA9F07F4D762}" v="11927" dt="2026-04-22T16:01:42.975"/>
  </p1510:revLst>
</p1510:revInfo>
</file>

<file path=ppt/tableStyles.xml><?xml version="1.0" encoding="utf-8"?>
<a:tblStyleLst xmlns:a="http://schemas.openxmlformats.org/drawingml/2006/main" def="{3B4B98B0-60AC-42C2-AFA5-B58CD77FA1E5}">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509" autoAdjust="0"/>
  </p:normalViewPr>
  <p:slideViewPr>
    <p:cSldViewPr snapToGrid="0">
      <p:cViewPr varScale="1">
        <p:scale>
          <a:sx n="151" d="100"/>
          <a:sy n="151" d="100"/>
        </p:scale>
        <p:origin x="2946" y="138"/>
      </p:cViewPr>
      <p:guideLst>
        <p:guide pos="3840"/>
        <p:guide orient="horz" pos="216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4" d="100"/>
          <a:sy n="54" d="100"/>
        </p:scale>
        <p:origin x="333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3.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2.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3.xml"/><Relationship Id="rId24" Type="http://schemas.openxmlformats.org/officeDocument/2006/relationships/handoutMaster" Target="handoutMasters/handoutMaster1.xml"/><Relationship Id="rId32" Type="http://schemas.microsoft.com/office/2018/10/relationships/authors" Target="authors.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31"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masry, George (USA)" userId="1ac3233f-0997-4c3a-9093-3bf2f78041fc" providerId="ADAL" clId="{73CA7930-1F57-41F2-B5F6-D13AE55F3EAF}"/>
    <pc:docChg chg="undo custSel addSld delSld modSld sldOrd modMainMaster delSection modSection">
      <pc:chgData name="Elmasry, George (USA)" userId="1ac3233f-0997-4c3a-9093-3bf2f78041fc" providerId="ADAL" clId="{73CA7930-1F57-41F2-B5F6-D13AE55F3EAF}" dt="2026-04-22T16:01:42.975" v="33228"/>
      <pc:docMkLst>
        <pc:docMk/>
      </pc:docMkLst>
      <pc:sldChg chg="addSp delSp modSp add mod">
        <pc:chgData name="Elmasry, George (USA)" userId="1ac3233f-0997-4c3a-9093-3bf2f78041fc" providerId="ADAL" clId="{73CA7930-1F57-41F2-B5F6-D13AE55F3EAF}" dt="2026-04-22T16:01:42.959" v="33219"/>
        <pc:sldMkLst>
          <pc:docMk/>
          <pc:sldMk cId="2656587933" sldId="257"/>
        </pc:sldMkLst>
        <pc:spChg chg="mod">
          <ac:chgData name="Elmasry, George (USA)" userId="1ac3233f-0997-4c3a-9093-3bf2f78041fc" providerId="ADAL" clId="{73CA7930-1F57-41F2-B5F6-D13AE55F3EAF}" dt="2026-04-10T17:42:59.541" v="25597" actId="14100"/>
          <ac:spMkLst>
            <pc:docMk/>
            <pc:sldMk cId="2656587933" sldId="257"/>
            <ac:spMk id="3" creationId="{34DCD4A7-B3F0-4E00-F118-53EF0DAC2958}"/>
          </ac:spMkLst>
        </pc:spChg>
        <pc:spChg chg="mod">
          <ac:chgData name="Elmasry, George (USA)" userId="1ac3233f-0997-4c3a-9093-3bf2f78041fc" providerId="ADAL" clId="{73CA7930-1F57-41F2-B5F6-D13AE55F3EAF}" dt="2026-04-10T17:43:05.852" v="25679" actId="1076"/>
          <ac:spMkLst>
            <pc:docMk/>
            <pc:sldMk cId="2656587933" sldId="257"/>
            <ac:spMk id="4" creationId="{83D0DC17-CC65-481B-C347-7E8CBABA4118}"/>
          </ac:spMkLst>
        </pc:spChg>
        <pc:spChg chg="mod">
          <ac:chgData name="Elmasry, George (USA)" userId="1ac3233f-0997-4c3a-9093-3bf2f78041fc" providerId="ADAL" clId="{73CA7930-1F57-41F2-B5F6-D13AE55F3EAF}" dt="2026-04-22T16:01:32.139" v="33168" actId="14100"/>
          <ac:spMkLst>
            <pc:docMk/>
            <pc:sldMk cId="2656587933" sldId="257"/>
            <ac:spMk id="5" creationId="{52ECA0C0-4698-E1A0-5842-9A554CA9C195}"/>
          </ac:spMkLst>
        </pc:spChg>
        <pc:spChg chg="add mod">
          <ac:chgData name="Elmasry, George (USA)" userId="1ac3233f-0997-4c3a-9093-3bf2f78041fc" providerId="ADAL" clId="{73CA7930-1F57-41F2-B5F6-D13AE55F3EAF}" dt="2026-04-22T16:01:42.959" v="33219"/>
          <ac:spMkLst>
            <pc:docMk/>
            <pc:sldMk cId="2656587933" sldId="257"/>
            <ac:spMk id="6" creationId="{9C2B8ADA-D6C4-9F91-D958-F36BBA6A7543}"/>
          </ac:spMkLst>
        </pc:spChg>
        <pc:spChg chg="add del mod">
          <ac:chgData name="Elmasry, George (USA)" userId="1ac3233f-0997-4c3a-9093-3bf2f78041fc" providerId="ADAL" clId="{73CA7930-1F57-41F2-B5F6-D13AE55F3EAF}" dt="2026-04-22T16:01:42.959" v="33215"/>
          <ac:spMkLst>
            <pc:docMk/>
            <pc:sldMk cId="2656587933" sldId="257"/>
            <ac:spMk id="25" creationId="{910E92C7-EA28-9550-E63E-AF816D322B43}"/>
          </ac:spMkLst>
        </pc:spChg>
      </pc:sldChg>
      <pc:sldChg chg="addSp delSp modSp add mod">
        <pc:chgData name="Elmasry, George (USA)" userId="1ac3233f-0997-4c3a-9093-3bf2f78041fc" providerId="ADAL" clId="{73CA7930-1F57-41F2-B5F6-D13AE55F3EAF}" dt="2026-04-22T16:01:42.959" v="33222"/>
        <pc:sldMkLst>
          <pc:docMk/>
          <pc:sldMk cId="4208013898" sldId="258"/>
        </pc:sldMkLst>
        <pc:spChg chg="add mod">
          <ac:chgData name="Elmasry, George (USA)" userId="1ac3233f-0997-4c3a-9093-3bf2f78041fc" providerId="ADAL" clId="{73CA7930-1F57-41F2-B5F6-D13AE55F3EAF}" dt="2026-04-22T16:01:42.959" v="33222"/>
          <ac:spMkLst>
            <pc:docMk/>
            <pc:sldMk cId="4208013898" sldId="258"/>
            <ac:spMk id="3" creationId="{B6F49ABE-9568-3497-147C-4E204E697721}"/>
          </ac:spMkLst>
        </pc:spChg>
        <pc:spChg chg="mod">
          <ac:chgData name="Elmasry, George (USA)" userId="1ac3233f-0997-4c3a-9093-3bf2f78041fc" providerId="ADAL" clId="{73CA7930-1F57-41F2-B5F6-D13AE55F3EAF}" dt="2026-04-10T17:49:41.747" v="25763" actId="1076"/>
          <ac:spMkLst>
            <pc:docMk/>
            <pc:sldMk cId="4208013898" sldId="258"/>
            <ac:spMk id="8" creationId="{719CAEA0-1E1A-FF44-8755-EBF15E15640A}"/>
          </ac:spMkLst>
        </pc:spChg>
        <pc:spChg chg="add del mod">
          <ac:chgData name="Elmasry, George (USA)" userId="1ac3233f-0997-4c3a-9093-3bf2f78041fc" providerId="ADAL" clId="{73CA7930-1F57-41F2-B5F6-D13AE55F3EAF}" dt="2026-04-22T16:01:42.959" v="33221"/>
          <ac:spMkLst>
            <pc:docMk/>
            <pc:sldMk cId="4208013898" sldId="258"/>
            <ac:spMk id="27" creationId="{86F83C58-F726-A04A-F17F-536B3D7F123F}"/>
          </ac:spMkLst>
        </pc:spChg>
      </pc:sldChg>
      <pc:sldChg chg="addSp delSp modSp add mod">
        <pc:chgData name="Elmasry, George (USA)" userId="1ac3233f-0997-4c3a-9093-3bf2f78041fc" providerId="ADAL" clId="{73CA7930-1F57-41F2-B5F6-D13AE55F3EAF}" dt="2026-04-22T16:01:42.959" v="33225"/>
        <pc:sldMkLst>
          <pc:docMk/>
          <pc:sldMk cId="815263276" sldId="259"/>
        </pc:sldMkLst>
        <pc:spChg chg="add mod">
          <ac:chgData name="Elmasry, George (USA)" userId="1ac3233f-0997-4c3a-9093-3bf2f78041fc" providerId="ADAL" clId="{73CA7930-1F57-41F2-B5F6-D13AE55F3EAF}" dt="2026-04-22T16:01:42.959" v="33225"/>
          <ac:spMkLst>
            <pc:docMk/>
            <pc:sldMk cId="815263276" sldId="259"/>
            <ac:spMk id="5" creationId="{528732CF-37CC-0469-6F26-7216AEFE3055}"/>
          </ac:spMkLst>
        </pc:spChg>
        <pc:spChg chg="mod">
          <ac:chgData name="Elmasry, George (USA)" userId="1ac3233f-0997-4c3a-9093-3bf2f78041fc" providerId="ADAL" clId="{73CA7930-1F57-41F2-B5F6-D13AE55F3EAF}" dt="2026-04-10T17:51:32.374" v="26129" actId="1076"/>
          <ac:spMkLst>
            <pc:docMk/>
            <pc:sldMk cId="815263276" sldId="259"/>
            <ac:spMk id="14" creationId="{7F3E1AF5-CEB9-D1D4-3811-15B845680E57}"/>
          </ac:spMkLst>
        </pc:spChg>
        <pc:spChg chg="add del mod">
          <ac:chgData name="Elmasry, George (USA)" userId="1ac3233f-0997-4c3a-9093-3bf2f78041fc" providerId="ADAL" clId="{73CA7930-1F57-41F2-B5F6-D13AE55F3EAF}" dt="2026-04-22T16:01:42.959" v="33224"/>
          <ac:spMkLst>
            <pc:docMk/>
            <pc:sldMk cId="815263276" sldId="259"/>
            <ac:spMk id="70" creationId="{4B5413D5-E74C-8A51-B356-92E53662A80D}"/>
          </ac:spMkLst>
        </pc:spChg>
        <pc:graphicFrameChg chg="modGraphic">
          <ac:chgData name="Elmasry, George (USA)" userId="1ac3233f-0997-4c3a-9093-3bf2f78041fc" providerId="ADAL" clId="{73CA7930-1F57-41F2-B5F6-D13AE55F3EAF}" dt="2026-04-14T15:01:46.650" v="33018" actId="20577"/>
          <ac:graphicFrameMkLst>
            <pc:docMk/>
            <pc:sldMk cId="815263276" sldId="259"/>
            <ac:graphicFrameMk id="4" creationId="{44E9144E-A2BF-5574-4868-B96E3C60FC35}"/>
          </ac:graphicFrameMkLst>
        </pc:graphicFrameChg>
      </pc:sldChg>
      <pc:sldChg chg="addSp delSp modSp mod">
        <pc:chgData name="Elmasry, George (USA)" userId="1ac3233f-0997-4c3a-9093-3bf2f78041fc" providerId="ADAL" clId="{73CA7930-1F57-41F2-B5F6-D13AE55F3EAF}" dt="2026-04-22T16:01:42.931" v="33195"/>
        <pc:sldMkLst>
          <pc:docMk/>
          <pc:sldMk cId="2949816722" sldId="347"/>
        </pc:sldMkLst>
        <pc:spChg chg="add mod">
          <ac:chgData name="Elmasry, George (USA)" userId="1ac3233f-0997-4c3a-9093-3bf2f78041fc" providerId="ADAL" clId="{73CA7930-1F57-41F2-B5F6-D13AE55F3EAF}" dt="2026-04-22T16:01:42.931" v="33195"/>
          <ac:spMkLst>
            <pc:docMk/>
            <pc:sldMk cId="2949816722" sldId="347"/>
            <ac:spMk id="2" creationId="{F57CB6FD-20E5-CDDB-746B-440DFB13D126}"/>
          </ac:spMkLst>
        </pc:spChg>
        <pc:spChg chg="add del mod">
          <ac:chgData name="Elmasry, George (USA)" userId="1ac3233f-0997-4c3a-9093-3bf2f78041fc" providerId="ADAL" clId="{73CA7930-1F57-41F2-B5F6-D13AE55F3EAF}" dt="2026-04-22T16:01:42.931" v="33191"/>
          <ac:spMkLst>
            <pc:docMk/>
            <pc:sldMk cId="2949816722" sldId="347"/>
            <ac:spMk id="22" creationId="{94049422-6407-355E-992D-B4FBA898E4BA}"/>
          </ac:spMkLst>
        </pc:spChg>
        <pc:spChg chg="mod">
          <ac:chgData name="Elmasry, George (USA)" userId="1ac3233f-0997-4c3a-9093-3bf2f78041fc" providerId="ADAL" clId="{73CA7930-1F57-41F2-B5F6-D13AE55F3EAF}" dt="2026-04-10T15:25:54.547" v="4961" actId="20577"/>
          <ac:spMkLst>
            <pc:docMk/>
            <pc:sldMk cId="2949816722" sldId="347"/>
            <ac:spMk id="457" creationId="{51EB40F4-1BC2-B6EC-8383-194E5A91EB4C}"/>
          </ac:spMkLst>
        </pc:spChg>
        <pc:spChg chg="mod">
          <ac:chgData name="Elmasry, George (USA)" userId="1ac3233f-0997-4c3a-9093-3bf2f78041fc" providerId="ADAL" clId="{73CA7930-1F57-41F2-B5F6-D13AE55F3EAF}" dt="2026-04-13T15:16:11.038" v="28065" actId="313"/>
          <ac:spMkLst>
            <pc:docMk/>
            <pc:sldMk cId="2949816722" sldId="347"/>
            <ac:spMk id="458" creationId="{0BB2D8BF-CEBE-8B3B-3780-EDC364945EFF}"/>
          </ac:spMkLst>
        </pc:spChg>
        <pc:spChg chg="mod">
          <ac:chgData name="Elmasry, George (USA)" userId="1ac3233f-0997-4c3a-9093-3bf2f78041fc" providerId="ADAL" clId="{73CA7930-1F57-41F2-B5F6-D13AE55F3EAF}" dt="2026-04-10T17:54:41.734" v="26464" actId="313"/>
          <ac:spMkLst>
            <pc:docMk/>
            <pc:sldMk cId="2949816722" sldId="347"/>
            <ac:spMk id="459" creationId="{28F3DEF9-B19A-77A5-6BD5-09D4018D7D9E}"/>
          </ac:spMkLst>
        </pc:spChg>
        <pc:spChg chg="mod">
          <ac:chgData name="Elmasry, George (USA)" userId="1ac3233f-0997-4c3a-9093-3bf2f78041fc" providerId="ADAL" clId="{73CA7930-1F57-41F2-B5F6-D13AE55F3EAF}" dt="2026-04-10T17:54:50.285" v="26465" actId="1076"/>
          <ac:spMkLst>
            <pc:docMk/>
            <pc:sldMk cId="2949816722" sldId="347"/>
            <ac:spMk id="460" creationId="{6F52FE0B-F222-B222-359F-31E596A41FE9}"/>
          </ac:spMkLst>
        </pc:spChg>
        <pc:spChg chg="mod">
          <ac:chgData name="Elmasry, George (USA)" userId="1ac3233f-0997-4c3a-9093-3bf2f78041fc" providerId="ADAL" clId="{73CA7930-1F57-41F2-B5F6-D13AE55F3EAF}" dt="2026-04-10T15:29:29.241" v="5946" actId="1076"/>
          <ac:spMkLst>
            <pc:docMk/>
            <pc:sldMk cId="2949816722" sldId="347"/>
            <ac:spMk id="461" creationId="{77E457F6-015E-9060-297A-33BFF76862DA}"/>
          </ac:spMkLst>
        </pc:spChg>
        <pc:picChg chg="add mod">
          <ac:chgData name="Elmasry, George (USA)" userId="1ac3233f-0997-4c3a-9093-3bf2f78041fc" providerId="ADAL" clId="{73CA7930-1F57-41F2-B5F6-D13AE55F3EAF}" dt="2026-04-10T15:28:28.549" v="5721" actId="14100"/>
          <ac:picMkLst>
            <pc:docMk/>
            <pc:sldMk cId="2949816722" sldId="347"/>
            <ac:picMk id="513" creationId="{2D00DB29-77E6-F0C9-E4F6-57DE6C7182F7}"/>
          </ac:picMkLst>
        </pc:picChg>
      </pc:sldChg>
      <pc:sldChg chg="addSp delSp modSp mod">
        <pc:chgData name="Elmasry, George (USA)" userId="1ac3233f-0997-4c3a-9093-3bf2f78041fc" providerId="ADAL" clId="{73CA7930-1F57-41F2-B5F6-D13AE55F3EAF}" dt="2026-04-22T16:01:42.931" v="33189"/>
        <pc:sldMkLst>
          <pc:docMk/>
          <pc:sldMk cId="707011048" sldId="348"/>
        </pc:sldMkLst>
        <pc:spChg chg="add mod">
          <ac:chgData name="Elmasry, George (USA)" userId="1ac3233f-0997-4c3a-9093-3bf2f78041fc" providerId="ADAL" clId="{73CA7930-1F57-41F2-B5F6-D13AE55F3EAF}" dt="2026-04-22T16:01:42.931" v="33189"/>
          <ac:spMkLst>
            <pc:docMk/>
            <pc:sldMk cId="707011048" sldId="348"/>
            <ac:spMk id="2" creationId="{1801E8DF-D22C-93DE-9BF8-9DE712EE12BC}"/>
          </ac:spMkLst>
        </pc:spChg>
        <pc:spChg chg="add del mod">
          <ac:chgData name="Elmasry, George (USA)" userId="1ac3233f-0997-4c3a-9093-3bf2f78041fc" providerId="ADAL" clId="{73CA7930-1F57-41F2-B5F6-D13AE55F3EAF}" dt="2026-04-22T16:01:42.927" v="33185"/>
          <ac:spMkLst>
            <pc:docMk/>
            <pc:sldMk cId="707011048" sldId="348"/>
            <ac:spMk id="22" creationId="{CE71CC4C-2236-5967-438D-F9F342B8139D}"/>
          </ac:spMkLst>
        </pc:spChg>
        <pc:spChg chg="mod">
          <ac:chgData name="Elmasry, George (USA)" userId="1ac3233f-0997-4c3a-9093-3bf2f78041fc" providerId="ADAL" clId="{73CA7930-1F57-41F2-B5F6-D13AE55F3EAF}" dt="2026-04-10T15:25:45.150" v="4903" actId="6549"/>
          <ac:spMkLst>
            <pc:docMk/>
            <pc:sldMk cId="707011048" sldId="348"/>
            <ac:spMk id="456" creationId="{E379FD07-3C72-2B3F-B3FA-AA0166837FBC}"/>
          </ac:spMkLst>
        </pc:spChg>
        <pc:spChg chg="mod">
          <ac:chgData name="Elmasry, George (USA)" userId="1ac3233f-0997-4c3a-9093-3bf2f78041fc" providerId="ADAL" clId="{73CA7930-1F57-41F2-B5F6-D13AE55F3EAF}" dt="2026-04-10T15:24:13.887" v="4827" actId="1076"/>
          <ac:spMkLst>
            <pc:docMk/>
            <pc:sldMk cId="707011048" sldId="348"/>
            <ac:spMk id="457" creationId="{F6244C40-B306-B7B5-E073-363F05CDB41A}"/>
          </ac:spMkLst>
        </pc:spChg>
        <pc:spChg chg="mod">
          <ac:chgData name="Elmasry, George (USA)" userId="1ac3233f-0997-4c3a-9093-3bf2f78041fc" providerId="ADAL" clId="{73CA7930-1F57-41F2-B5F6-D13AE55F3EAF}" dt="2026-04-13T15:14:39.027" v="27941" actId="20577"/>
          <ac:spMkLst>
            <pc:docMk/>
            <pc:sldMk cId="707011048" sldId="348"/>
            <ac:spMk id="458" creationId="{BB3E4FA3-C235-9898-B7F4-1983B574BA7A}"/>
          </ac:spMkLst>
        </pc:spChg>
        <pc:spChg chg="mod">
          <ac:chgData name="Elmasry, George (USA)" userId="1ac3233f-0997-4c3a-9093-3bf2f78041fc" providerId="ADAL" clId="{73CA7930-1F57-41F2-B5F6-D13AE55F3EAF}" dt="2026-04-10T14:37:42.623" v="4040" actId="20577"/>
          <ac:spMkLst>
            <pc:docMk/>
            <pc:sldMk cId="707011048" sldId="348"/>
            <ac:spMk id="460" creationId="{081E8923-B963-A216-EF76-172E33F876C9}"/>
          </ac:spMkLst>
        </pc:spChg>
        <pc:picChg chg="add mod">
          <ac:chgData name="Elmasry, George (USA)" userId="1ac3233f-0997-4c3a-9093-3bf2f78041fc" providerId="ADAL" clId="{73CA7930-1F57-41F2-B5F6-D13AE55F3EAF}" dt="2026-04-10T14:37:02.448" v="3762" actId="14100"/>
          <ac:picMkLst>
            <pc:docMk/>
            <pc:sldMk cId="707011048" sldId="348"/>
            <ac:picMk id="482" creationId="{6BDD3447-8400-02DC-5FA3-4CA87E13B13C}"/>
          </ac:picMkLst>
        </pc:picChg>
      </pc:sldChg>
      <pc:sldChg chg="addSp delSp modSp mod">
        <pc:chgData name="Elmasry, George (USA)" userId="1ac3233f-0997-4c3a-9093-3bf2f78041fc" providerId="ADAL" clId="{73CA7930-1F57-41F2-B5F6-D13AE55F3EAF}" dt="2026-04-22T16:01:42.912" v="33177"/>
        <pc:sldMkLst>
          <pc:docMk/>
          <pc:sldMk cId="2246099637" sldId="362"/>
        </pc:sldMkLst>
        <pc:spChg chg="add mod">
          <ac:chgData name="Elmasry, George (USA)" userId="1ac3233f-0997-4c3a-9093-3bf2f78041fc" providerId="ADAL" clId="{73CA7930-1F57-41F2-B5F6-D13AE55F3EAF}" dt="2026-04-22T16:01:42.912" v="33177"/>
          <ac:spMkLst>
            <pc:docMk/>
            <pc:sldMk cId="2246099637" sldId="362"/>
            <ac:spMk id="2" creationId="{86EEF2A0-D3F0-0E71-F1EF-2702E252AAA3}"/>
          </ac:spMkLst>
        </pc:spChg>
        <pc:spChg chg="mod">
          <ac:chgData name="Elmasry, George (USA)" userId="1ac3233f-0997-4c3a-9093-3bf2f78041fc" providerId="ADAL" clId="{73CA7930-1F57-41F2-B5F6-D13AE55F3EAF}" dt="2026-04-10T14:20:14.056" v="932" actId="20577"/>
          <ac:spMkLst>
            <pc:docMk/>
            <pc:sldMk cId="2246099637" sldId="362"/>
            <ac:spMk id="5" creationId="{F1EA0E0A-8A57-0F25-4056-94813190FD73}"/>
          </ac:spMkLst>
        </pc:spChg>
        <pc:spChg chg="mod">
          <ac:chgData name="Elmasry, George (USA)" userId="1ac3233f-0997-4c3a-9093-3bf2f78041fc" providerId="ADAL" clId="{73CA7930-1F57-41F2-B5F6-D13AE55F3EAF}" dt="2026-04-13T15:45:17.143" v="31464" actId="20577"/>
          <ac:spMkLst>
            <pc:docMk/>
            <pc:sldMk cId="2246099637" sldId="362"/>
            <ac:spMk id="9" creationId="{AB1E4563-840B-52AF-5250-0F9CB109351E}"/>
          </ac:spMkLst>
        </pc:spChg>
        <pc:spChg chg="mod">
          <ac:chgData name="Elmasry, George (USA)" userId="1ac3233f-0997-4c3a-9093-3bf2f78041fc" providerId="ADAL" clId="{73CA7930-1F57-41F2-B5F6-D13AE55F3EAF}" dt="2026-04-10T14:20:49.948" v="1049" actId="6549"/>
          <ac:spMkLst>
            <pc:docMk/>
            <pc:sldMk cId="2246099637" sldId="362"/>
            <ac:spMk id="10" creationId="{2BEFF970-42F6-FF46-1117-683D70D8A461}"/>
          </ac:spMkLst>
        </pc:spChg>
        <pc:spChg chg="add del mod">
          <ac:chgData name="Elmasry, George (USA)" userId="1ac3233f-0997-4c3a-9093-3bf2f78041fc" providerId="ADAL" clId="{73CA7930-1F57-41F2-B5F6-D13AE55F3EAF}" dt="2026-04-22T16:01:42.896" v="33173"/>
          <ac:spMkLst>
            <pc:docMk/>
            <pc:sldMk cId="2246099637" sldId="362"/>
            <ac:spMk id="24" creationId="{DE603183-605C-B41B-1897-5E216C96B7CB}"/>
          </ac:spMkLst>
        </pc:spChg>
      </pc:sldChg>
      <pc:sldChg chg="addSp delSp modSp mod">
        <pc:chgData name="Elmasry, George (USA)" userId="1ac3233f-0997-4c3a-9093-3bf2f78041fc" providerId="ADAL" clId="{73CA7930-1F57-41F2-B5F6-D13AE55F3EAF}" dt="2026-04-22T16:01:42.912" v="33183"/>
        <pc:sldMkLst>
          <pc:docMk/>
          <pc:sldMk cId="631454183" sldId="363"/>
        </pc:sldMkLst>
        <pc:spChg chg="mod">
          <ac:chgData name="Elmasry, George (USA)" userId="1ac3233f-0997-4c3a-9093-3bf2f78041fc" providerId="ADAL" clId="{73CA7930-1F57-41F2-B5F6-D13AE55F3EAF}" dt="2026-04-10T14:30:38.061" v="2505" actId="6549"/>
          <ac:spMkLst>
            <pc:docMk/>
            <pc:sldMk cId="631454183" sldId="363"/>
            <ac:spMk id="2" creationId="{2B735117-D31F-236B-BD2A-0EAD7E1C7E23}"/>
          </ac:spMkLst>
        </pc:spChg>
        <pc:spChg chg="mod">
          <ac:chgData name="Elmasry, George (USA)" userId="1ac3233f-0997-4c3a-9093-3bf2f78041fc" providerId="ADAL" clId="{73CA7930-1F57-41F2-B5F6-D13AE55F3EAF}" dt="2026-04-14T14:45:53.124" v="31672" actId="1076"/>
          <ac:spMkLst>
            <pc:docMk/>
            <pc:sldMk cId="631454183" sldId="363"/>
            <ac:spMk id="4" creationId="{77F7A1FF-DF0E-13F0-F45A-716755CA5C7B}"/>
          </ac:spMkLst>
        </pc:spChg>
        <pc:spChg chg="mod">
          <ac:chgData name="Elmasry, George (USA)" userId="1ac3233f-0997-4c3a-9093-3bf2f78041fc" providerId="ADAL" clId="{73CA7930-1F57-41F2-B5F6-D13AE55F3EAF}" dt="2026-04-10T14:35:44.058" v="3488" actId="20577"/>
          <ac:spMkLst>
            <pc:docMk/>
            <pc:sldMk cId="631454183" sldId="363"/>
            <ac:spMk id="5" creationId="{87A799A2-009C-DEAE-0946-4AB5F846B97A}"/>
          </ac:spMkLst>
        </pc:spChg>
        <pc:spChg chg="add mod">
          <ac:chgData name="Elmasry, George (USA)" userId="1ac3233f-0997-4c3a-9093-3bf2f78041fc" providerId="ADAL" clId="{73CA7930-1F57-41F2-B5F6-D13AE55F3EAF}" dt="2026-04-22T16:01:42.912" v="33183"/>
          <ac:spMkLst>
            <pc:docMk/>
            <pc:sldMk cId="631454183" sldId="363"/>
            <ac:spMk id="6" creationId="{834FDD34-D1C6-148D-B384-28B372C7ECA4}"/>
          </ac:spMkLst>
        </pc:spChg>
        <pc:spChg chg="add del mod">
          <ac:chgData name="Elmasry, George (USA)" userId="1ac3233f-0997-4c3a-9093-3bf2f78041fc" providerId="ADAL" clId="{73CA7930-1F57-41F2-B5F6-D13AE55F3EAF}" dt="2026-04-22T16:01:42.912" v="33179"/>
          <ac:spMkLst>
            <pc:docMk/>
            <pc:sldMk cId="631454183" sldId="363"/>
            <ac:spMk id="25" creationId="{0D655D7C-8F29-8B5C-6999-1AD07BEB7776}"/>
          </ac:spMkLst>
        </pc:spChg>
      </pc:sldChg>
      <pc:sldChg chg="addSp delSp modSp new mod modNotes">
        <pc:chgData name="Elmasry, George (USA)" userId="1ac3233f-0997-4c3a-9093-3bf2f78041fc" providerId="ADAL" clId="{73CA7930-1F57-41F2-B5F6-D13AE55F3EAF}" dt="2026-04-22T16:01:42.943" v="33198"/>
        <pc:sldMkLst>
          <pc:docMk/>
          <pc:sldMk cId="1434270546" sldId="364"/>
        </pc:sldMkLst>
        <pc:spChg chg="mod">
          <ac:chgData name="Elmasry, George (USA)" userId="1ac3233f-0997-4c3a-9093-3bf2f78041fc" providerId="ADAL" clId="{73CA7930-1F57-41F2-B5F6-D13AE55F3EAF}" dt="2026-04-10T17:59:47.202" v="27542" actId="14100"/>
          <ac:spMkLst>
            <pc:docMk/>
            <pc:sldMk cId="1434270546" sldId="364"/>
            <ac:spMk id="2" creationId="{A1D50BC0-12BC-C318-E00D-F6474942760D}"/>
          </ac:spMkLst>
        </pc:spChg>
        <pc:spChg chg="mod">
          <ac:chgData name="Elmasry, George (USA)" userId="1ac3233f-0997-4c3a-9093-3bf2f78041fc" providerId="ADAL" clId="{73CA7930-1F57-41F2-B5F6-D13AE55F3EAF}" dt="2026-04-10T17:58:42.859" v="27172" actId="1076"/>
          <ac:spMkLst>
            <pc:docMk/>
            <pc:sldMk cId="1434270546" sldId="364"/>
            <ac:spMk id="3" creationId="{A60069DD-7C12-F78A-FBCE-FB233098DE59}"/>
          </ac:spMkLst>
        </pc:spChg>
        <pc:spChg chg="mod">
          <ac:chgData name="Elmasry, George (USA)" userId="1ac3233f-0997-4c3a-9093-3bf2f78041fc" providerId="ADAL" clId="{73CA7930-1F57-41F2-B5F6-D13AE55F3EAF}" dt="2026-04-10T17:58:48.168" v="27173" actId="1076"/>
          <ac:spMkLst>
            <pc:docMk/>
            <pc:sldMk cId="1434270546" sldId="364"/>
            <ac:spMk id="4" creationId="{D1681365-DCBF-2E36-35E2-297D7120F214}"/>
          </ac:spMkLst>
        </pc:spChg>
        <pc:spChg chg="mod">
          <ac:chgData name="Elmasry, George (USA)" userId="1ac3233f-0997-4c3a-9093-3bf2f78041fc" providerId="ADAL" clId="{73CA7930-1F57-41F2-B5F6-D13AE55F3EAF}" dt="2026-04-10T15:37:37.626" v="7316" actId="20577"/>
          <ac:spMkLst>
            <pc:docMk/>
            <pc:sldMk cId="1434270546" sldId="364"/>
            <ac:spMk id="5" creationId="{C94CC62E-CE49-951E-0822-E459484FEA24}"/>
          </ac:spMkLst>
        </pc:spChg>
        <pc:spChg chg="mod">
          <ac:chgData name="Elmasry, George (USA)" userId="1ac3233f-0997-4c3a-9093-3bf2f78041fc" providerId="ADAL" clId="{73CA7930-1F57-41F2-B5F6-D13AE55F3EAF}" dt="2026-04-10T17:59:15.367" v="27358" actId="403"/>
          <ac:spMkLst>
            <pc:docMk/>
            <pc:sldMk cId="1434270546" sldId="364"/>
            <ac:spMk id="6" creationId="{0D0A3879-192A-B578-30EC-4FBECC3849BB}"/>
          </ac:spMkLst>
        </pc:spChg>
        <pc:spChg chg="mod">
          <ac:chgData name="Elmasry, George (USA)" userId="1ac3233f-0997-4c3a-9093-3bf2f78041fc" providerId="ADAL" clId="{73CA7930-1F57-41F2-B5F6-D13AE55F3EAF}" dt="2026-04-10T15:44:42.177" v="9522" actId="20577"/>
          <ac:spMkLst>
            <pc:docMk/>
            <pc:sldMk cId="1434270546" sldId="364"/>
            <ac:spMk id="7" creationId="{DB85C897-FDB0-8146-C5DD-F30F463F573B}"/>
          </ac:spMkLst>
        </pc:spChg>
        <pc:spChg chg="add mod">
          <ac:chgData name="Elmasry, George (USA)" userId="1ac3233f-0997-4c3a-9093-3bf2f78041fc" providerId="ADAL" clId="{73CA7930-1F57-41F2-B5F6-D13AE55F3EAF}" dt="2026-04-22T16:01:42.943" v="33198"/>
          <ac:spMkLst>
            <pc:docMk/>
            <pc:sldMk cId="1434270546" sldId="364"/>
            <ac:spMk id="9" creationId="{800E54C0-94C0-527A-9C6A-888066C7A122}"/>
          </ac:spMkLst>
        </pc:spChg>
        <pc:spChg chg="add del mod">
          <ac:chgData name="Elmasry, George (USA)" userId="1ac3233f-0997-4c3a-9093-3bf2f78041fc" providerId="ADAL" clId="{73CA7930-1F57-41F2-B5F6-D13AE55F3EAF}" dt="2026-04-22T16:01:42.943" v="33197"/>
          <ac:spMkLst>
            <pc:docMk/>
            <pc:sldMk cId="1434270546" sldId="364"/>
            <ac:spMk id="28" creationId="{00F3B345-378D-2A6C-A275-A0E903AF2CF9}"/>
          </ac:spMkLst>
        </pc:spChg>
      </pc:sldChg>
      <pc:sldChg chg="addSp delSp modSp new mod ord modNotes">
        <pc:chgData name="Elmasry, George (USA)" userId="1ac3233f-0997-4c3a-9093-3bf2f78041fc" providerId="ADAL" clId="{73CA7930-1F57-41F2-B5F6-D13AE55F3EAF}" dt="2026-04-22T16:01:42.943" v="33201"/>
        <pc:sldMkLst>
          <pc:docMk/>
          <pc:sldMk cId="2367516042" sldId="365"/>
        </pc:sldMkLst>
        <pc:spChg chg="mod">
          <ac:chgData name="Elmasry, George (USA)" userId="1ac3233f-0997-4c3a-9093-3bf2f78041fc" providerId="ADAL" clId="{73CA7930-1F57-41F2-B5F6-D13AE55F3EAF}" dt="2026-04-14T14:52:15.162" v="32630" actId="14100"/>
          <ac:spMkLst>
            <pc:docMk/>
            <pc:sldMk cId="2367516042" sldId="365"/>
            <ac:spMk id="2" creationId="{6C66E56C-CABB-85A3-36C2-0C16FB5E0ACD}"/>
          </ac:spMkLst>
        </pc:spChg>
        <pc:spChg chg="mod">
          <ac:chgData name="Elmasry, George (USA)" userId="1ac3233f-0997-4c3a-9093-3bf2f78041fc" providerId="ADAL" clId="{73CA7930-1F57-41F2-B5F6-D13AE55F3EAF}" dt="2026-04-10T15:46:44.786" v="9761" actId="20577"/>
          <ac:spMkLst>
            <pc:docMk/>
            <pc:sldMk cId="2367516042" sldId="365"/>
            <ac:spMk id="3" creationId="{066CFB98-F0E5-4E7B-CB6B-4EF9B11AACD1}"/>
          </ac:spMkLst>
        </pc:spChg>
        <pc:spChg chg="mod">
          <ac:chgData name="Elmasry, George (USA)" userId="1ac3233f-0997-4c3a-9093-3bf2f78041fc" providerId="ADAL" clId="{73CA7930-1F57-41F2-B5F6-D13AE55F3EAF}" dt="2026-04-14T14:50:22.507" v="31955" actId="20577"/>
          <ac:spMkLst>
            <pc:docMk/>
            <pc:sldMk cId="2367516042" sldId="365"/>
            <ac:spMk id="4" creationId="{3756AAA1-410D-E0E2-90C0-05FEF3E606EB}"/>
          </ac:spMkLst>
        </pc:spChg>
        <pc:spChg chg="add mod">
          <ac:chgData name="Elmasry, George (USA)" userId="1ac3233f-0997-4c3a-9093-3bf2f78041fc" providerId="ADAL" clId="{73CA7930-1F57-41F2-B5F6-D13AE55F3EAF}" dt="2026-04-22T16:01:42.943" v="33201"/>
          <ac:spMkLst>
            <pc:docMk/>
            <pc:sldMk cId="2367516042" sldId="365"/>
            <ac:spMk id="6" creationId="{9D567FC9-DB0F-A3D9-0E1E-B9095045B65C}"/>
          </ac:spMkLst>
        </pc:spChg>
        <pc:spChg chg="add del mod">
          <ac:chgData name="Elmasry, George (USA)" userId="1ac3233f-0997-4c3a-9093-3bf2f78041fc" providerId="ADAL" clId="{73CA7930-1F57-41F2-B5F6-D13AE55F3EAF}" dt="2026-04-22T16:01:42.943" v="33200"/>
          <ac:spMkLst>
            <pc:docMk/>
            <pc:sldMk cId="2367516042" sldId="365"/>
            <ac:spMk id="29" creationId="{2EE7187A-9ABB-08D1-87D8-A3A00EDC426D}"/>
          </ac:spMkLst>
        </pc:spChg>
      </pc:sldChg>
      <pc:sldChg chg="addSp delSp modSp new mod ord modNotes">
        <pc:chgData name="Elmasry, George (USA)" userId="1ac3233f-0997-4c3a-9093-3bf2f78041fc" providerId="ADAL" clId="{73CA7930-1F57-41F2-B5F6-D13AE55F3EAF}" dt="2026-04-22T16:01:42.943" v="33204"/>
        <pc:sldMkLst>
          <pc:docMk/>
          <pc:sldMk cId="3029513157" sldId="366"/>
        </pc:sldMkLst>
        <pc:spChg chg="add mod">
          <ac:chgData name="Elmasry, George (USA)" userId="1ac3233f-0997-4c3a-9093-3bf2f78041fc" providerId="ADAL" clId="{73CA7930-1F57-41F2-B5F6-D13AE55F3EAF}" dt="2026-04-22T16:01:42.943" v="33204"/>
          <ac:spMkLst>
            <pc:docMk/>
            <pc:sldMk cId="3029513157" sldId="366"/>
            <ac:spMk id="2" creationId="{494968AA-BBBD-3AB5-863D-1284309FA099}"/>
          </ac:spMkLst>
        </pc:spChg>
        <pc:spChg chg="mod">
          <ac:chgData name="Elmasry, George (USA)" userId="1ac3233f-0997-4c3a-9093-3bf2f78041fc" providerId="ADAL" clId="{73CA7930-1F57-41F2-B5F6-D13AE55F3EAF}" dt="2026-04-10T16:01:25.732" v="13565" actId="20577"/>
          <ac:spMkLst>
            <pc:docMk/>
            <pc:sldMk cId="3029513157" sldId="366"/>
            <ac:spMk id="4" creationId="{CA577BA5-4C00-2EE4-A494-1570B7E51E08}"/>
          </ac:spMkLst>
        </pc:spChg>
        <pc:spChg chg="mod">
          <ac:chgData name="Elmasry, George (USA)" userId="1ac3233f-0997-4c3a-9093-3bf2f78041fc" providerId="ADAL" clId="{73CA7930-1F57-41F2-B5F6-D13AE55F3EAF}" dt="2026-04-10T18:04:35.928" v="27604" actId="6549"/>
          <ac:spMkLst>
            <pc:docMk/>
            <pc:sldMk cId="3029513157" sldId="366"/>
            <ac:spMk id="5" creationId="{E1DBAEE0-91D4-6130-3119-A9A769AFAFD8}"/>
          </ac:spMkLst>
        </pc:spChg>
        <pc:spChg chg="mod">
          <ac:chgData name="Elmasry, George (USA)" userId="1ac3233f-0997-4c3a-9093-3bf2f78041fc" providerId="ADAL" clId="{73CA7930-1F57-41F2-B5F6-D13AE55F3EAF}" dt="2026-04-10T17:00:34.824" v="16532" actId="20577"/>
          <ac:spMkLst>
            <pc:docMk/>
            <pc:sldMk cId="3029513157" sldId="366"/>
            <ac:spMk id="6" creationId="{5BF9013E-962A-3F1A-37AA-A42769A943D1}"/>
          </ac:spMkLst>
        </pc:spChg>
        <pc:spChg chg="add del mod">
          <ac:chgData name="Elmasry, George (USA)" userId="1ac3233f-0997-4c3a-9093-3bf2f78041fc" providerId="ADAL" clId="{73CA7930-1F57-41F2-B5F6-D13AE55F3EAF}" dt="2026-04-22T16:01:42.943" v="33203"/>
          <ac:spMkLst>
            <pc:docMk/>
            <pc:sldMk cId="3029513157" sldId="366"/>
            <ac:spMk id="25" creationId="{ECEB1A99-4B1D-F5BF-C723-27F77C0E0C5C}"/>
          </ac:spMkLst>
        </pc:spChg>
      </pc:sldChg>
      <pc:sldChg chg="addSp delSp modSp new mod modNotes">
        <pc:chgData name="Elmasry, George (USA)" userId="1ac3233f-0997-4c3a-9093-3bf2f78041fc" providerId="ADAL" clId="{73CA7930-1F57-41F2-B5F6-D13AE55F3EAF}" dt="2026-04-22T16:01:42.943" v="33207"/>
        <pc:sldMkLst>
          <pc:docMk/>
          <pc:sldMk cId="1887129445" sldId="367"/>
        </pc:sldMkLst>
        <pc:spChg chg="add mod">
          <ac:chgData name="Elmasry, George (USA)" userId="1ac3233f-0997-4c3a-9093-3bf2f78041fc" providerId="ADAL" clId="{73CA7930-1F57-41F2-B5F6-D13AE55F3EAF}" dt="2026-04-22T16:01:42.943" v="33207"/>
          <ac:spMkLst>
            <pc:docMk/>
            <pc:sldMk cId="1887129445" sldId="367"/>
            <ac:spMk id="2" creationId="{01D2A240-6FEE-96A2-69D4-32E53A504F38}"/>
          </ac:spMkLst>
        </pc:spChg>
        <pc:spChg chg="mod">
          <ac:chgData name="Elmasry, George (USA)" userId="1ac3233f-0997-4c3a-9093-3bf2f78041fc" providerId="ADAL" clId="{73CA7930-1F57-41F2-B5F6-D13AE55F3EAF}" dt="2026-04-10T17:02:16.881" v="16752" actId="313"/>
          <ac:spMkLst>
            <pc:docMk/>
            <pc:sldMk cId="1887129445" sldId="367"/>
            <ac:spMk id="4" creationId="{2C843617-62CA-30C9-E35A-9E7995923E7F}"/>
          </ac:spMkLst>
        </pc:spChg>
        <pc:spChg chg="mod">
          <ac:chgData name="Elmasry, George (USA)" userId="1ac3233f-0997-4c3a-9093-3bf2f78041fc" providerId="ADAL" clId="{73CA7930-1F57-41F2-B5F6-D13AE55F3EAF}" dt="2026-04-10T18:05:16.938" v="27726" actId="404"/>
          <ac:spMkLst>
            <pc:docMk/>
            <pc:sldMk cId="1887129445" sldId="367"/>
            <ac:spMk id="5" creationId="{5F98ED56-0592-A498-834F-AE5D9FC8FC18}"/>
          </ac:spMkLst>
        </pc:spChg>
        <pc:spChg chg="mod">
          <ac:chgData name="Elmasry, George (USA)" userId="1ac3233f-0997-4c3a-9093-3bf2f78041fc" providerId="ADAL" clId="{73CA7930-1F57-41F2-B5F6-D13AE55F3EAF}" dt="2026-04-10T17:17:21.562" v="20055" actId="20577"/>
          <ac:spMkLst>
            <pc:docMk/>
            <pc:sldMk cId="1887129445" sldId="367"/>
            <ac:spMk id="6" creationId="{1D42F299-A770-8D7C-A136-3031F5B6DE9A}"/>
          </ac:spMkLst>
        </pc:spChg>
        <pc:spChg chg="add del mod">
          <ac:chgData name="Elmasry, George (USA)" userId="1ac3233f-0997-4c3a-9093-3bf2f78041fc" providerId="ADAL" clId="{73CA7930-1F57-41F2-B5F6-D13AE55F3EAF}" dt="2026-04-22T16:01:42.943" v="33206"/>
          <ac:spMkLst>
            <pc:docMk/>
            <pc:sldMk cId="1887129445" sldId="367"/>
            <ac:spMk id="25" creationId="{BD575020-5660-6E6C-647A-CC41D9EEB33B}"/>
          </ac:spMkLst>
        </pc:spChg>
      </pc:sldChg>
      <pc:sldChg chg="addSp delSp modSp new mod modNotes">
        <pc:chgData name="Elmasry, George (USA)" userId="1ac3233f-0997-4c3a-9093-3bf2f78041fc" providerId="ADAL" clId="{73CA7930-1F57-41F2-B5F6-D13AE55F3EAF}" dt="2026-04-22T16:01:42.943" v="33210"/>
        <pc:sldMkLst>
          <pc:docMk/>
          <pc:sldMk cId="1770746201" sldId="368"/>
        </pc:sldMkLst>
        <pc:spChg chg="add mod">
          <ac:chgData name="Elmasry, George (USA)" userId="1ac3233f-0997-4c3a-9093-3bf2f78041fc" providerId="ADAL" clId="{73CA7930-1F57-41F2-B5F6-D13AE55F3EAF}" dt="2026-04-22T16:01:42.943" v="33210"/>
          <ac:spMkLst>
            <pc:docMk/>
            <pc:sldMk cId="1770746201" sldId="368"/>
            <ac:spMk id="2" creationId="{88A12511-5495-EA7B-14D0-E19C7F357881}"/>
          </ac:spMkLst>
        </pc:spChg>
        <pc:spChg chg="mod">
          <ac:chgData name="Elmasry, George (USA)" userId="1ac3233f-0997-4c3a-9093-3bf2f78041fc" providerId="ADAL" clId="{73CA7930-1F57-41F2-B5F6-D13AE55F3EAF}" dt="2026-04-10T18:06:20.183" v="27788" actId="20577"/>
          <ac:spMkLst>
            <pc:docMk/>
            <pc:sldMk cId="1770746201" sldId="368"/>
            <ac:spMk id="4" creationId="{C0B38EF5-6BA2-EE26-00EC-CA92BC88B927}"/>
          </ac:spMkLst>
        </pc:spChg>
        <pc:spChg chg="mod">
          <ac:chgData name="Elmasry, George (USA)" userId="1ac3233f-0997-4c3a-9093-3bf2f78041fc" providerId="ADAL" clId="{73CA7930-1F57-41F2-B5F6-D13AE55F3EAF}" dt="2026-04-10T17:25:53.728" v="22047" actId="20577"/>
          <ac:spMkLst>
            <pc:docMk/>
            <pc:sldMk cId="1770746201" sldId="368"/>
            <ac:spMk id="5" creationId="{18E2BA03-2189-10C7-7394-9AADCB5DC139}"/>
          </ac:spMkLst>
        </pc:spChg>
        <pc:spChg chg="mod">
          <ac:chgData name="Elmasry, George (USA)" userId="1ac3233f-0997-4c3a-9093-3bf2f78041fc" providerId="ADAL" clId="{73CA7930-1F57-41F2-B5F6-D13AE55F3EAF}" dt="2026-04-10T17:24:28.489" v="21730" actId="1076"/>
          <ac:spMkLst>
            <pc:docMk/>
            <pc:sldMk cId="1770746201" sldId="368"/>
            <ac:spMk id="6" creationId="{6BD9C57C-A4CA-1DB9-12A6-7BF735DA424E}"/>
          </ac:spMkLst>
        </pc:spChg>
        <pc:spChg chg="add del mod">
          <ac:chgData name="Elmasry, George (USA)" userId="1ac3233f-0997-4c3a-9093-3bf2f78041fc" providerId="ADAL" clId="{73CA7930-1F57-41F2-B5F6-D13AE55F3EAF}" dt="2026-04-22T16:01:42.943" v="33209"/>
          <ac:spMkLst>
            <pc:docMk/>
            <pc:sldMk cId="1770746201" sldId="368"/>
            <ac:spMk id="25" creationId="{B673322D-3FAD-5C9C-A89F-BB5D3CF39525}"/>
          </ac:spMkLst>
        </pc:spChg>
      </pc:sldChg>
      <pc:sldChg chg="addSp delSp modSp new mod modNotes">
        <pc:chgData name="Elmasry, George (USA)" userId="1ac3233f-0997-4c3a-9093-3bf2f78041fc" providerId="ADAL" clId="{73CA7930-1F57-41F2-B5F6-D13AE55F3EAF}" dt="2026-04-22T16:01:42.943" v="33213"/>
        <pc:sldMkLst>
          <pc:docMk/>
          <pc:sldMk cId="2945000782" sldId="369"/>
        </pc:sldMkLst>
        <pc:spChg chg="add mod">
          <ac:chgData name="Elmasry, George (USA)" userId="1ac3233f-0997-4c3a-9093-3bf2f78041fc" providerId="ADAL" clId="{73CA7930-1F57-41F2-B5F6-D13AE55F3EAF}" dt="2026-04-22T16:01:42.943" v="33213"/>
          <ac:spMkLst>
            <pc:docMk/>
            <pc:sldMk cId="2945000782" sldId="369"/>
            <ac:spMk id="2" creationId="{6E9EF2BB-753E-5B24-53FF-09344ECA52E4}"/>
          </ac:spMkLst>
        </pc:spChg>
        <pc:spChg chg="mod">
          <ac:chgData name="Elmasry, George (USA)" userId="1ac3233f-0997-4c3a-9093-3bf2f78041fc" providerId="ADAL" clId="{73CA7930-1F57-41F2-B5F6-D13AE55F3EAF}" dt="2026-04-10T17:26:17.157" v="22194" actId="20577"/>
          <ac:spMkLst>
            <pc:docMk/>
            <pc:sldMk cId="2945000782" sldId="369"/>
            <ac:spMk id="4" creationId="{D0E580A7-B8E4-7731-13BC-6EC2EE745BD7}"/>
          </ac:spMkLst>
        </pc:spChg>
        <pc:spChg chg="mod">
          <ac:chgData name="Elmasry, George (USA)" userId="1ac3233f-0997-4c3a-9093-3bf2f78041fc" providerId="ADAL" clId="{73CA7930-1F57-41F2-B5F6-D13AE55F3EAF}" dt="2026-04-10T17:38:49.874" v="25004" actId="6549"/>
          <ac:spMkLst>
            <pc:docMk/>
            <pc:sldMk cId="2945000782" sldId="369"/>
            <ac:spMk id="5" creationId="{D50B62C9-5829-F35F-6CEF-72541DC8E9F3}"/>
          </ac:spMkLst>
        </pc:spChg>
        <pc:spChg chg="mod">
          <ac:chgData name="Elmasry, George (USA)" userId="1ac3233f-0997-4c3a-9093-3bf2f78041fc" providerId="ADAL" clId="{73CA7930-1F57-41F2-B5F6-D13AE55F3EAF}" dt="2026-04-10T17:37:23.501" v="24923" actId="20577"/>
          <ac:spMkLst>
            <pc:docMk/>
            <pc:sldMk cId="2945000782" sldId="369"/>
            <ac:spMk id="6" creationId="{983C04E3-48FC-4F14-9D0F-76A713A5A46C}"/>
          </ac:spMkLst>
        </pc:spChg>
        <pc:spChg chg="add del mod">
          <ac:chgData name="Elmasry, George (USA)" userId="1ac3233f-0997-4c3a-9093-3bf2f78041fc" providerId="ADAL" clId="{73CA7930-1F57-41F2-B5F6-D13AE55F3EAF}" dt="2026-04-22T16:01:42.943" v="33212"/>
          <ac:spMkLst>
            <pc:docMk/>
            <pc:sldMk cId="2945000782" sldId="369"/>
            <ac:spMk id="25" creationId="{DD8EBC21-2C22-DBA3-4E3E-9D9C25659001}"/>
          </ac:spMkLst>
        </pc:spChg>
      </pc:sldChg>
      <pc:sldChg chg="addSp delSp modSp new mod modNotes">
        <pc:chgData name="Elmasry, George (USA)" userId="1ac3233f-0997-4c3a-9093-3bf2f78041fc" providerId="ADAL" clId="{73CA7930-1F57-41F2-B5F6-D13AE55F3EAF}" dt="2026-04-22T16:01:42.975" v="33228"/>
        <pc:sldMkLst>
          <pc:docMk/>
          <pc:sldMk cId="1109130141" sldId="370"/>
        </pc:sldMkLst>
        <pc:spChg chg="mod">
          <ac:chgData name="Elmasry, George (USA)" userId="1ac3233f-0997-4c3a-9093-3bf2f78041fc" providerId="ADAL" clId="{73CA7930-1F57-41F2-B5F6-D13AE55F3EAF}" dt="2026-04-10T17:52:03.334" v="26281" actId="20577"/>
          <ac:spMkLst>
            <pc:docMk/>
            <pc:sldMk cId="1109130141" sldId="370"/>
            <ac:spMk id="2" creationId="{C5697DB3-7928-0F7B-9BF8-9AD6A496AFD6}"/>
          </ac:spMkLst>
        </pc:spChg>
        <pc:spChg chg="mod">
          <ac:chgData name="Elmasry, George (USA)" userId="1ac3233f-0997-4c3a-9093-3bf2f78041fc" providerId="ADAL" clId="{73CA7930-1F57-41F2-B5F6-D13AE55F3EAF}" dt="2026-04-14T15:02:21.315" v="33107" actId="20577"/>
          <ac:spMkLst>
            <pc:docMk/>
            <pc:sldMk cId="1109130141" sldId="370"/>
            <ac:spMk id="3" creationId="{4A0A5E61-6ABA-A44A-B63E-4007FA283C8D}"/>
          </ac:spMkLst>
        </pc:spChg>
        <pc:spChg chg="add mod">
          <ac:chgData name="Elmasry, George (USA)" userId="1ac3233f-0997-4c3a-9093-3bf2f78041fc" providerId="ADAL" clId="{73CA7930-1F57-41F2-B5F6-D13AE55F3EAF}" dt="2026-04-22T16:01:42.975" v="33228"/>
          <ac:spMkLst>
            <pc:docMk/>
            <pc:sldMk cId="1109130141" sldId="370"/>
            <ac:spMk id="4" creationId="{6E82DAB5-B746-5DFE-1DC3-00270A7924B9}"/>
          </ac:spMkLst>
        </pc:spChg>
        <pc:spChg chg="add del mod">
          <ac:chgData name="Elmasry, George (USA)" userId="1ac3233f-0997-4c3a-9093-3bf2f78041fc" providerId="ADAL" clId="{73CA7930-1F57-41F2-B5F6-D13AE55F3EAF}" dt="2026-04-22T16:01:42.975" v="33227"/>
          <ac:spMkLst>
            <pc:docMk/>
            <pc:sldMk cId="1109130141" sldId="370"/>
            <ac:spMk id="24" creationId="{E9FF0200-F104-4498-1B2E-D48EBB66B05B}"/>
          </ac:spMkLst>
        </pc:spChg>
      </pc:sldChg>
      <pc:sldMasterChg chg="modSldLayout">
        <pc:chgData name="Elmasry, George (USA)" userId="1ac3233f-0997-4c3a-9093-3bf2f78041fc" providerId="ADAL" clId="{73CA7930-1F57-41F2-B5F6-D13AE55F3EAF}" dt="2026-04-22T16:01:42.959" v="33218" actId="207"/>
        <pc:sldMasterMkLst>
          <pc:docMk/>
          <pc:sldMasterMk cId="4080327739" sldId="2147483648"/>
        </pc:sldMasterMkLst>
        <pc:sldLayoutChg chg="modSp mod">
          <pc:chgData name="Elmasry, George (USA)" userId="1ac3233f-0997-4c3a-9093-3bf2f78041fc" providerId="ADAL" clId="{73CA7930-1F57-41F2-B5F6-D13AE55F3EAF}" dt="2026-04-22T16:01:42.931" v="33194" actId="207"/>
          <pc:sldLayoutMkLst>
            <pc:docMk/>
            <pc:sldMasterMk cId="4080327739" sldId="2147483648"/>
            <pc:sldLayoutMk cId="330167053" sldId="2147483664"/>
          </pc:sldLayoutMkLst>
          <pc:spChg chg="mod">
            <ac:chgData name="Elmasry, George (USA)" userId="1ac3233f-0997-4c3a-9093-3bf2f78041fc" providerId="ADAL" clId="{73CA7930-1F57-41F2-B5F6-D13AE55F3EAF}" dt="2026-04-22T16:01:42.931" v="33194" actId="207"/>
            <ac:spMkLst>
              <pc:docMk/>
              <pc:sldMasterMk cId="4080327739" sldId="2147483648"/>
              <pc:sldLayoutMk cId="330167053" sldId="2147483664"/>
              <ac:spMk id="5" creationId="{AC329D32-0F02-D4E9-EACE-25F239ABD9F1}"/>
            </ac:spMkLst>
          </pc:spChg>
        </pc:sldLayoutChg>
        <pc:sldLayoutChg chg="modSp mod">
          <pc:chgData name="Elmasry, George (USA)" userId="1ac3233f-0997-4c3a-9093-3bf2f78041fc" providerId="ADAL" clId="{73CA7930-1F57-41F2-B5F6-D13AE55F3EAF}" dt="2026-04-10T17:51:43.015" v="26209" actId="207"/>
          <pc:sldLayoutMkLst>
            <pc:docMk/>
            <pc:sldMasterMk cId="4080327739" sldId="2147483648"/>
            <pc:sldLayoutMk cId="42834537" sldId="2147483668"/>
          </pc:sldLayoutMkLst>
          <pc:spChg chg="mod">
            <ac:chgData name="Elmasry, George (USA)" userId="1ac3233f-0997-4c3a-9093-3bf2f78041fc" providerId="ADAL" clId="{73CA7930-1F57-41F2-B5F6-D13AE55F3EAF}" dt="2026-04-10T17:51:43.015" v="26209" actId="207"/>
            <ac:spMkLst>
              <pc:docMk/>
              <pc:sldMasterMk cId="4080327739" sldId="2147483648"/>
              <pc:sldLayoutMk cId="42834537" sldId="2147483668"/>
              <ac:spMk id="20" creationId="{8D12AED7-031C-3D1B-4DA5-3BC7BE9622B9}"/>
            </ac:spMkLst>
          </pc:spChg>
        </pc:sldLayoutChg>
        <pc:sldLayoutChg chg="modSp mod">
          <pc:chgData name="Elmasry, George (USA)" userId="1ac3233f-0997-4c3a-9093-3bf2f78041fc" providerId="ADAL" clId="{73CA7930-1F57-41F2-B5F6-D13AE55F3EAF}" dt="2026-04-22T16:01:42.931" v="33188" actId="207"/>
          <pc:sldLayoutMkLst>
            <pc:docMk/>
            <pc:sldMasterMk cId="4080327739" sldId="2147483648"/>
            <pc:sldLayoutMk cId="3883582002" sldId="2147483669"/>
          </pc:sldLayoutMkLst>
          <pc:spChg chg="mod">
            <ac:chgData name="Elmasry, George (USA)" userId="1ac3233f-0997-4c3a-9093-3bf2f78041fc" providerId="ADAL" clId="{73CA7930-1F57-41F2-B5F6-D13AE55F3EAF}" dt="2026-04-22T16:01:42.931" v="33188" actId="207"/>
            <ac:spMkLst>
              <pc:docMk/>
              <pc:sldMasterMk cId="4080327739" sldId="2147483648"/>
              <pc:sldLayoutMk cId="3883582002" sldId="2147483669"/>
              <ac:spMk id="6" creationId="{3258A6D2-4E79-26F2-5027-E402F5C0BCF9}"/>
            </ac:spMkLst>
          </pc:spChg>
        </pc:sldLayoutChg>
        <pc:sldLayoutChg chg="modSp mod">
          <pc:chgData name="Elmasry, George (USA)" userId="1ac3233f-0997-4c3a-9093-3bf2f78041fc" providerId="ADAL" clId="{73CA7930-1F57-41F2-B5F6-D13AE55F3EAF}" dt="2026-04-10T17:51:42.966" v="26191" actId="207"/>
          <pc:sldLayoutMkLst>
            <pc:docMk/>
            <pc:sldMasterMk cId="4080327739" sldId="2147483648"/>
            <pc:sldLayoutMk cId="3959176817" sldId="2147483694"/>
          </pc:sldLayoutMkLst>
          <pc:spChg chg="mod">
            <ac:chgData name="Elmasry, George (USA)" userId="1ac3233f-0997-4c3a-9093-3bf2f78041fc" providerId="ADAL" clId="{73CA7930-1F57-41F2-B5F6-D13AE55F3EAF}" dt="2026-04-10T17:51:42.966" v="26191" actId="207"/>
            <ac:spMkLst>
              <pc:docMk/>
              <pc:sldMasterMk cId="4080327739" sldId="2147483648"/>
              <pc:sldLayoutMk cId="3959176817" sldId="2147483694"/>
              <ac:spMk id="6" creationId="{22B96E76-BD74-5B34-0404-8247D0BC3FE9}"/>
            </ac:spMkLst>
          </pc:spChg>
        </pc:sldLayoutChg>
        <pc:sldLayoutChg chg="modSp mod">
          <pc:chgData name="Elmasry, George (USA)" userId="1ac3233f-0997-4c3a-9093-3bf2f78041fc" providerId="ADAL" clId="{73CA7930-1F57-41F2-B5F6-D13AE55F3EAF}" dt="2026-04-22T16:01:42.912" v="33182" actId="207"/>
          <pc:sldLayoutMkLst>
            <pc:docMk/>
            <pc:sldMasterMk cId="4080327739" sldId="2147483648"/>
            <pc:sldLayoutMk cId="3424374244" sldId="2147483695"/>
          </pc:sldLayoutMkLst>
          <pc:spChg chg="mod">
            <ac:chgData name="Elmasry, George (USA)" userId="1ac3233f-0997-4c3a-9093-3bf2f78041fc" providerId="ADAL" clId="{73CA7930-1F57-41F2-B5F6-D13AE55F3EAF}" dt="2026-04-22T16:01:42.912" v="33182" actId="207"/>
            <ac:spMkLst>
              <pc:docMk/>
              <pc:sldMasterMk cId="4080327739" sldId="2147483648"/>
              <pc:sldLayoutMk cId="3424374244" sldId="2147483695"/>
              <ac:spMk id="4" creationId="{878E4AA0-598D-DD1F-A0C5-31D4206C1BE0}"/>
            </ac:spMkLst>
          </pc:spChg>
        </pc:sldLayoutChg>
        <pc:sldLayoutChg chg="modSp mod">
          <pc:chgData name="Elmasry, George (USA)" userId="1ac3233f-0997-4c3a-9093-3bf2f78041fc" providerId="ADAL" clId="{73CA7930-1F57-41F2-B5F6-D13AE55F3EAF}" dt="2026-04-22T16:01:42.959" v="33218" actId="207"/>
          <pc:sldLayoutMkLst>
            <pc:docMk/>
            <pc:sldMasterMk cId="4080327739" sldId="2147483648"/>
            <pc:sldLayoutMk cId="3770801000" sldId="2147483704"/>
          </pc:sldLayoutMkLst>
          <pc:spChg chg="mod">
            <ac:chgData name="Elmasry, George (USA)" userId="1ac3233f-0997-4c3a-9093-3bf2f78041fc" providerId="ADAL" clId="{73CA7930-1F57-41F2-B5F6-D13AE55F3EAF}" dt="2026-04-22T16:01:42.959" v="33218" actId="207"/>
            <ac:spMkLst>
              <pc:docMk/>
              <pc:sldMasterMk cId="4080327739" sldId="2147483648"/>
              <pc:sldLayoutMk cId="3770801000" sldId="2147483704"/>
              <ac:spMk id="5" creationId="{7582490F-B33C-4285-936F-DE2AC9C4443B}"/>
            </ac:spMkLst>
          </pc:spChg>
        </pc:sldLayoutChg>
      </pc:sldMasterChg>
      <pc:sldMasterChg chg="modSp mod modSldLayout">
        <pc:chgData name="Elmasry, George (USA)" userId="1ac3233f-0997-4c3a-9093-3bf2f78041fc" providerId="ADAL" clId="{73CA7930-1F57-41F2-B5F6-D13AE55F3EAF}" dt="2026-04-22T16:01:42.912" v="33176" actId="207"/>
        <pc:sldMasterMkLst>
          <pc:docMk/>
          <pc:sldMasterMk cId="1815982091" sldId="2147483658"/>
        </pc:sldMasterMkLst>
        <pc:spChg chg="mod">
          <ac:chgData name="Elmasry, George (USA)" userId="1ac3233f-0997-4c3a-9093-3bf2f78041fc" providerId="ADAL" clId="{73CA7930-1F57-41F2-B5F6-D13AE55F3EAF}" dt="2026-04-22T16:01:42.896" v="33171" actId="207"/>
          <ac:spMkLst>
            <pc:docMk/>
            <pc:sldMasterMk cId="1815982091" sldId="2147483658"/>
            <ac:spMk id="4" creationId="{C74BC2EA-9D53-7A2A-F896-4E4E03DA19DB}"/>
          </ac:spMkLst>
        </pc:spChg>
        <pc:sldLayoutChg chg="modSp mod">
          <pc:chgData name="Elmasry, George (USA)" userId="1ac3233f-0997-4c3a-9093-3bf2f78041fc" providerId="ADAL" clId="{73CA7930-1F57-41F2-B5F6-D13AE55F3EAF}" dt="2026-04-10T14:20:54.494" v="1057" actId="207"/>
          <pc:sldLayoutMkLst>
            <pc:docMk/>
            <pc:sldMasterMk cId="1815982091" sldId="2147483658"/>
            <pc:sldLayoutMk cId="2498145518" sldId="2147483682"/>
          </pc:sldLayoutMkLst>
          <pc:spChg chg="mod">
            <ac:chgData name="Elmasry, George (USA)" userId="1ac3233f-0997-4c3a-9093-3bf2f78041fc" providerId="ADAL" clId="{73CA7930-1F57-41F2-B5F6-D13AE55F3EAF}" dt="2026-04-10T14:20:54.494" v="1057" actId="207"/>
            <ac:spMkLst>
              <pc:docMk/>
              <pc:sldMasterMk cId="1815982091" sldId="2147483658"/>
              <pc:sldLayoutMk cId="2498145518" sldId="2147483682"/>
              <ac:spMk id="4" creationId="{94DD6CFF-B433-C9E5-8A12-EA75F39FF8CF}"/>
            </ac:spMkLst>
          </pc:spChg>
        </pc:sldLayoutChg>
        <pc:sldLayoutChg chg="modSp mod">
          <pc:chgData name="Elmasry, George (USA)" userId="1ac3233f-0997-4c3a-9093-3bf2f78041fc" providerId="ADAL" clId="{73CA7930-1F57-41F2-B5F6-D13AE55F3EAF}" dt="2026-04-10T14:19:28.098" v="743" actId="207"/>
          <pc:sldLayoutMkLst>
            <pc:docMk/>
            <pc:sldMasterMk cId="1815982091" sldId="2147483658"/>
            <pc:sldLayoutMk cId="3448631393" sldId="2147483683"/>
          </pc:sldLayoutMkLst>
          <pc:spChg chg="mod">
            <ac:chgData name="Elmasry, George (USA)" userId="1ac3233f-0997-4c3a-9093-3bf2f78041fc" providerId="ADAL" clId="{73CA7930-1F57-41F2-B5F6-D13AE55F3EAF}" dt="2026-04-10T14:19:28.098" v="743" actId="207"/>
            <ac:spMkLst>
              <pc:docMk/>
              <pc:sldMasterMk cId="1815982091" sldId="2147483658"/>
              <pc:sldLayoutMk cId="3448631393" sldId="2147483683"/>
              <ac:spMk id="2" creationId="{0027DA64-11A9-D30F-F9B7-CD661E8C2D88}"/>
            </ac:spMkLst>
          </pc:spChg>
        </pc:sldLayoutChg>
        <pc:sldLayoutChg chg="modSp mod">
          <pc:chgData name="Elmasry, George (USA)" userId="1ac3233f-0997-4c3a-9093-3bf2f78041fc" providerId="ADAL" clId="{73CA7930-1F57-41F2-B5F6-D13AE55F3EAF}" dt="2026-04-22T16:01:42.912" v="33176" actId="207"/>
          <pc:sldLayoutMkLst>
            <pc:docMk/>
            <pc:sldMasterMk cId="1815982091" sldId="2147483658"/>
            <pc:sldLayoutMk cId="1281345393" sldId="2147483703"/>
          </pc:sldLayoutMkLst>
          <pc:spChg chg="mod">
            <ac:chgData name="Elmasry, George (USA)" userId="1ac3233f-0997-4c3a-9093-3bf2f78041fc" providerId="ADAL" clId="{73CA7930-1F57-41F2-B5F6-D13AE55F3EAF}" dt="2026-04-22T16:01:42.912" v="33176" actId="207"/>
            <ac:spMkLst>
              <pc:docMk/>
              <pc:sldMasterMk cId="1815982091" sldId="2147483658"/>
              <pc:sldLayoutMk cId="1281345393" sldId="2147483703"/>
              <ac:spMk id="10" creationId="{BEAFE54E-5C69-1AB9-4417-C534F5211112}"/>
            </ac:spMkLst>
          </pc:spChg>
        </pc:sldLayoutChg>
      </pc:sldMasterChg>
      <pc:sldMasterChg chg="modSldLayout">
        <pc:chgData name="Elmasry, George (USA)" userId="1ac3233f-0997-4c3a-9093-3bf2f78041fc" providerId="ADAL" clId="{73CA7930-1F57-41F2-B5F6-D13AE55F3EAF}" dt="2026-04-10T17:51:42.998" v="26203" actId="207"/>
        <pc:sldMasterMkLst>
          <pc:docMk/>
          <pc:sldMasterMk cId="1495502049" sldId="2147483677"/>
        </pc:sldMasterMkLst>
        <pc:sldLayoutChg chg="modSp mod">
          <pc:chgData name="Elmasry, George (USA)" userId="1ac3233f-0997-4c3a-9093-3bf2f78041fc" providerId="ADAL" clId="{73CA7930-1F57-41F2-B5F6-D13AE55F3EAF}" dt="2026-04-10T17:51:42.983" v="26197" actId="207"/>
          <pc:sldLayoutMkLst>
            <pc:docMk/>
            <pc:sldMasterMk cId="1495502049" sldId="2147483677"/>
            <pc:sldLayoutMk cId="4061451187" sldId="2147483686"/>
          </pc:sldLayoutMkLst>
          <pc:spChg chg="mod">
            <ac:chgData name="Elmasry, George (USA)" userId="1ac3233f-0997-4c3a-9093-3bf2f78041fc" providerId="ADAL" clId="{73CA7930-1F57-41F2-B5F6-D13AE55F3EAF}" dt="2026-04-10T17:51:42.983" v="26197" actId="207"/>
            <ac:spMkLst>
              <pc:docMk/>
              <pc:sldMasterMk cId="1495502049" sldId="2147483677"/>
              <pc:sldLayoutMk cId="4061451187" sldId="2147483686"/>
              <ac:spMk id="2" creationId="{26E9F6D1-276E-F2BC-3F0C-FB2F9C91EF34}"/>
            </ac:spMkLst>
          </pc:spChg>
        </pc:sldLayoutChg>
        <pc:sldLayoutChg chg="modSp mod">
          <pc:chgData name="Elmasry, George (USA)" userId="1ac3233f-0997-4c3a-9093-3bf2f78041fc" providerId="ADAL" clId="{73CA7930-1F57-41F2-B5F6-D13AE55F3EAF}" dt="2026-04-10T17:51:42.998" v="26203" actId="207"/>
          <pc:sldLayoutMkLst>
            <pc:docMk/>
            <pc:sldMasterMk cId="1495502049" sldId="2147483677"/>
            <pc:sldLayoutMk cId="3333852023" sldId="2147483689"/>
          </pc:sldLayoutMkLst>
          <pc:spChg chg="mod">
            <ac:chgData name="Elmasry, George (USA)" userId="1ac3233f-0997-4c3a-9093-3bf2f78041fc" providerId="ADAL" clId="{73CA7930-1F57-41F2-B5F6-D13AE55F3EAF}" dt="2026-04-10T17:51:42.998" v="26203" actId="207"/>
            <ac:spMkLst>
              <pc:docMk/>
              <pc:sldMasterMk cId="1495502049" sldId="2147483677"/>
              <pc:sldLayoutMk cId="3333852023" sldId="2147483689"/>
              <ac:spMk id="3" creationId="{887A94AD-D92F-6979-D0A5-00AE4C80AEE6}"/>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Slide Number Placeholder 12"/>
          <p:cNvSpPr>
            <a:spLocks noGrp="1"/>
          </p:cNvSpPr>
          <p:nvPr>
            <p:ph type="sldNum" sz="quarter" idx="3"/>
          </p:nvPr>
        </p:nvSpPr>
        <p:spPr>
          <a:xfrm>
            <a:off x="3886200" y="0"/>
            <a:ext cx="2514600" cy="458787"/>
          </a:xfrm>
          <a:prstGeom prst="rect">
            <a:avLst/>
          </a:prstGeom>
        </p:spPr>
        <p:txBody>
          <a:bodyPr vert="horz" lIns="0" tIns="0" rIns="0" bIns="0" rtlCol="0" anchor="b"/>
          <a:lstStyle>
            <a:lvl1pPr algn="r">
              <a:defRPr sz="1200"/>
            </a:lvl1pPr>
          </a:lstStyle>
          <a:p>
            <a:fld id="{138C58B0-FFE9-437E-B2CB-216DAFA841B5}" type="slidenum">
              <a:rPr lang="en-US" smtClean="0"/>
              <a:t>‹#›</a:t>
            </a:fld>
            <a:endParaRPr lang="en-US"/>
          </a:p>
        </p:txBody>
      </p:sp>
    </p:spTree>
    <p:extLst>
      <p:ext uri="{BB962C8B-B14F-4D97-AF65-F5344CB8AC3E}">
        <p14:creationId xmlns:p14="http://schemas.microsoft.com/office/powerpoint/2010/main" val="2414966732"/>
      </p:ext>
    </p:extLst>
  </p:cSld>
  <p:clrMap bg1="lt1" tx1="dk1" bg2="lt2" tx2="dk2" accent1="accent1" accent2="accent2" accent3="accent3" accent4="accent4" accent5="accent5" accent6="accent6" hlink="hlink" folHlink="folHlink"/>
  <p:hf hdr="0" dt="0"/>
  <p:extLst>
    <p:ext uri="{56416CCD-93CA-4268-BC5B-53C4BB910035}">
      <p15:sldGuideLst xmlns:p15="http://schemas.microsoft.com/office/powerpoint/2012/main">
        <p15:guide id="2" pos="288" userDrawn="1">
          <p15:clr>
            <a:srgbClr val="F26B43"/>
          </p15:clr>
        </p15:guide>
        <p15:guide id="3" pos="4032"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92624" y="692622"/>
            <a:ext cx="5517676" cy="310369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012556"/>
            <a:ext cx="5524500" cy="4094214"/>
          </a:xfrm>
          <a:prstGeom prst="rect">
            <a:avLst/>
          </a:prstGeom>
        </p:spPr>
        <p:txBody>
          <a:bodyPr vert="horz" lIns="0" tIns="0" rIns="0" bIns="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14"/>
          <p:cNvSpPr>
            <a:spLocks noGrp="1"/>
          </p:cNvSpPr>
          <p:nvPr>
            <p:ph type="sldNum" sz="quarter" idx="5"/>
          </p:nvPr>
        </p:nvSpPr>
        <p:spPr>
          <a:xfrm>
            <a:off x="3886200" y="9183"/>
            <a:ext cx="2324100" cy="458787"/>
          </a:xfrm>
          <a:prstGeom prst="rect">
            <a:avLst/>
          </a:prstGeom>
        </p:spPr>
        <p:txBody>
          <a:bodyPr vert="horz" lIns="0" tIns="0" rIns="0" bIns="0" rtlCol="0" anchor="b"/>
          <a:lstStyle>
            <a:lvl1pPr algn="r">
              <a:defRPr sz="1200"/>
            </a:lvl1pPr>
          </a:lstStyle>
          <a:p>
            <a:fld id="{56AF3A09-0EB5-429E-B7D0-FB28A7726D23}" type="slidenum">
              <a:rPr lang="en-US" smtClean="0"/>
              <a:t>‹#›</a:t>
            </a:fld>
            <a:endParaRPr lang="en-US"/>
          </a:p>
        </p:txBody>
      </p:sp>
    </p:spTree>
    <p:extLst>
      <p:ext uri="{BB962C8B-B14F-4D97-AF65-F5344CB8AC3E}">
        <p14:creationId xmlns:p14="http://schemas.microsoft.com/office/powerpoint/2010/main" val="2302219137"/>
      </p:ext>
    </p:extLst>
  </p:cSld>
  <p:clrMap bg1="lt1" tx1="dk1" bg2="lt2" tx2="dk2" accent1="accent1" accent2="accent2" accent3="accent3" accent4="accent4" accent5="accent5" accent6="accent6" hlink="hlink" folHlink="folHlink"/>
  <p:hf dt="0"/>
  <p:notesStyle>
    <a:lvl1pPr marL="115888" indent="-115888"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1pPr>
    <a:lvl2pPr marL="287338" indent="-117475"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2pPr>
    <a:lvl3pPr marL="457200" indent="-115888"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3pPr>
    <a:lvl4pPr marL="627063" indent="-115888"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4pPr>
    <a:lvl5pPr marL="860425" indent="-171450"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pos="432" userDrawn="1">
          <p15:clr>
            <a:srgbClr val="F26B43"/>
          </p15:clr>
        </p15:guide>
        <p15:guide id="2" pos="3912"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AF3A09-0EB5-429E-B7D0-FB28A7726D23}" type="slidenum">
              <a:rPr lang="en-US" smtClean="0"/>
              <a:t>1</a:t>
            </a:fld>
            <a:endParaRPr lang="en-US"/>
          </a:p>
        </p:txBody>
      </p:sp>
    </p:spTree>
    <p:extLst>
      <p:ext uri="{BB962C8B-B14F-4D97-AF65-F5344CB8AC3E}">
        <p14:creationId xmlns:p14="http://schemas.microsoft.com/office/powerpoint/2010/main" val="2810614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0E2D0-5E22-D05D-A1B6-20AD210805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A0F194-06DE-2354-30FD-506C95D5F363}"/>
              </a:ext>
            </a:extLst>
          </p:cNvPr>
          <p:cNvSpPr>
            <a:spLocks noGrp="1" noRot="1" noChangeAspect="1"/>
          </p:cNvSpPr>
          <p:nvPr>
            <p:ph type="sldImg"/>
          </p:nvPr>
        </p:nvSpPr>
        <p:spPr>
          <a:xfrm>
            <a:off x="692150" y="692150"/>
            <a:ext cx="5518150" cy="3103563"/>
          </a:xfrm>
        </p:spPr>
      </p:sp>
      <p:sp>
        <p:nvSpPr>
          <p:cNvPr id="3" name="Notes Placeholder 2">
            <a:extLst>
              <a:ext uri="{FF2B5EF4-FFF2-40B4-BE49-F238E27FC236}">
                <a16:creationId xmlns:a16="http://schemas.microsoft.com/office/drawing/2014/main" id="{77784052-A5F0-CEC1-B77B-06570483F9C1}"/>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3B043F64-BB3F-124E-3C0A-74BE93BF571C}"/>
              </a:ext>
            </a:extLst>
          </p:cNvPr>
          <p:cNvSpPr>
            <a:spLocks noGrp="1"/>
          </p:cNvSpPr>
          <p:nvPr>
            <p:ph type="sldNum" sz="quarter" idx="5"/>
          </p:nvPr>
        </p:nvSpPr>
        <p:spPr/>
        <p:txBody>
          <a:bodyPr/>
          <a:lstStyle/>
          <a:p>
            <a:fld id="{56AF3A09-0EB5-429E-B7D0-FB28A7726D23}" type="slidenum">
              <a:rPr lang="en-US" smtClean="0"/>
              <a:t>2</a:t>
            </a:fld>
            <a:endParaRPr lang="en-US"/>
          </a:p>
        </p:txBody>
      </p:sp>
    </p:spTree>
    <p:extLst>
      <p:ext uri="{BB962C8B-B14F-4D97-AF65-F5344CB8AC3E}">
        <p14:creationId xmlns:p14="http://schemas.microsoft.com/office/powerpoint/2010/main" val="1159861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5"/>
          </p:nvPr>
        </p:nvSpPr>
        <p:spPr/>
        <p:txBody>
          <a:bodyPr/>
          <a:lstStyle/>
          <a:p>
            <a:fld id="{56AF3A09-0EB5-429E-B7D0-FB28A7726D23}" type="slidenum">
              <a:rPr lang="en-US" smtClean="0"/>
              <a:t>3</a:t>
            </a:fld>
            <a:endParaRPr lang="en-US"/>
          </a:p>
        </p:txBody>
      </p:sp>
    </p:spTree>
    <p:extLst>
      <p:ext uri="{BB962C8B-B14F-4D97-AF65-F5344CB8AC3E}">
        <p14:creationId xmlns:p14="http://schemas.microsoft.com/office/powerpoint/2010/main" val="18223146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5" name="Slide Number Placeholder 4"/>
          <p:cNvSpPr>
            <a:spLocks noGrp="1"/>
          </p:cNvSpPr>
          <p:nvPr>
            <p:ph type="sldNum" sz="quarter" idx="5"/>
          </p:nvPr>
        </p:nvSpPr>
        <p:spPr/>
        <p:txBody>
          <a:bodyPr/>
          <a:lstStyle/>
          <a:p>
            <a:fld id="{56AF3A09-0EB5-429E-B7D0-FB28A7726D23}" type="slidenum">
              <a:rPr lang="en-US" smtClean="0"/>
              <a:t>4</a:t>
            </a:fld>
            <a:endParaRPr lang="en-US"/>
          </a:p>
        </p:txBody>
      </p:sp>
    </p:spTree>
    <p:extLst>
      <p:ext uri="{BB962C8B-B14F-4D97-AF65-F5344CB8AC3E}">
        <p14:creationId xmlns:p14="http://schemas.microsoft.com/office/powerpoint/2010/main" val="606919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AF3A09-0EB5-429E-B7D0-FB28A7726D23}" type="slidenum">
              <a:rPr lang="en-US" smtClean="0"/>
              <a:t>5</a:t>
            </a:fld>
            <a:endParaRPr lang="en-US"/>
          </a:p>
        </p:txBody>
      </p:sp>
    </p:spTree>
    <p:extLst>
      <p:ext uri="{BB962C8B-B14F-4D97-AF65-F5344CB8AC3E}">
        <p14:creationId xmlns:p14="http://schemas.microsoft.com/office/powerpoint/2010/main" val="1345975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AF3A09-0EB5-429E-B7D0-FB28A7726D23}" type="slidenum">
              <a:rPr lang="en-US" smtClean="0"/>
              <a:t>6</a:t>
            </a:fld>
            <a:endParaRPr lang="en-US"/>
          </a:p>
        </p:txBody>
      </p:sp>
    </p:spTree>
    <p:extLst>
      <p:ext uri="{BB962C8B-B14F-4D97-AF65-F5344CB8AC3E}">
        <p14:creationId xmlns:p14="http://schemas.microsoft.com/office/powerpoint/2010/main" val="2219520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AF3A09-0EB5-429E-B7D0-FB28A7726D23}" type="slidenum">
              <a:rPr lang="en-US" smtClean="0"/>
              <a:t>7</a:t>
            </a:fld>
            <a:endParaRPr lang="en-US"/>
          </a:p>
        </p:txBody>
      </p:sp>
    </p:spTree>
    <p:extLst>
      <p:ext uri="{BB962C8B-B14F-4D97-AF65-F5344CB8AC3E}">
        <p14:creationId xmlns:p14="http://schemas.microsoft.com/office/powerpoint/2010/main" val="1651886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AF3A09-0EB5-429E-B7D0-FB28A7726D23}" type="slidenum">
              <a:rPr lang="en-US" smtClean="0"/>
              <a:t>8</a:t>
            </a:fld>
            <a:endParaRPr lang="en-US"/>
          </a:p>
        </p:txBody>
      </p:sp>
    </p:spTree>
    <p:extLst>
      <p:ext uri="{BB962C8B-B14F-4D97-AF65-F5344CB8AC3E}">
        <p14:creationId xmlns:p14="http://schemas.microsoft.com/office/powerpoint/2010/main" val="33300520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AF3A09-0EB5-429E-B7D0-FB28A7726D23}" type="slidenum">
              <a:rPr lang="en-US" smtClean="0"/>
              <a:t>9</a:t>
            </a:fld>
            <a:endParaRPr lang="en-US"/>
          </a:p>
        </p:txBody>
      </p:sp>
    </p:spTree>
    <p:extLst>
      <p:ext uri="{BB962C8B-B14F-4D97-AF65-F5344CB8AC3E}">
        <p14:creationId xmlns:p14="http://schemas.microsoft.com/office/powerpoint/2010/main" val="14681022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AF3A09-0EB5-429E-B7D0-FB28A7726D23}" type="slidenum">
              <a:rPr lang="en-US" smtClean="0"/>
              <a:t>10</a:t>
            </a:fld>
            <a:endParaRPr lang="en-US"/>
          </a:p>
        </p:txBody>
      </p:sp>
    </p:spTree>
    <p:extLst>
      <p:ext uri="{BB962C8B-B14F-4D97-AF65-F5344CB8AC3E}">
        <p14:creationId xmlns:p14="http://schemas.microsoft.com/office/powerpoint/2010/main" val="22680188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21AF334-9AEC-4A72-9CBC-734DF3AEF234}" type="slidenum">
              <a:rPr lang="en-US" smtClean="0"/>
              <a:t>11</a:t>
            </a:fld>
            <a:endParaRPr lang="en-US"/>
          </a:p>
        </p:txBody>
      </p:sp>
    </p:spTree>
    <p:extLst>
      <p:ext uri="{BB962C8B-B14F-4D97-AF65-F5344CB8AC3E}">
        <p14:creationId xmlns:p14="http://schemas.microsoft.com/office/powerpoint/2010/main" val="2860131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21AF334-9AEC-4A72-9CBC-734DF3AEF234}" type="slidenum">
              <a:rPr lang="en-US" smtClean="0"/>
              <a:t>12</a:t>
            </a:fld>
            <a:endParaRPr lang="en-US"/>
          </a:p>
        </p:txBody>
      </p:sp>
    </p:spTree>
    <p:extLst>
      <p:ext uri="{BB962C8B-B14F-4D97-AF65-F5344CB8AC3E}">
        <p14:creationId xmlns:p14="http://schemas.microsoft.com/office/powerpoint/2010/main" val="35823246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21AF334-9AEC-4A72-9CBC-734DF3AEF234}" type="slidenum">
              <a:rPr lang="en-US" smtClean="0"/>
              <a:t>13</a:t>
            </a:fld>
            <a:endParaRPr lang="en-US"/>
          </a:p>
        </p:txBody>
      </p:sp>
    </p:spTree>
    <p:extLst>
      <p:ext uri="{BB962C8B-B14F-4D97-AF65-F5344CB8AC3E}">
        <p14:creationId xmlns:p14="http://schemas.microsoft.com/office/powerpoint/2010/main" val="12230892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92150" y="692150"/>
            <a:ext cx="5518150" cy="31035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AF3A09-0EB5-429E-B7D0-FB28A7726D23}" type="slidenum">
              <a:rPr lang="en-US" smtClean="0"/>
              <a:t>14</a:t>
            </a:fld>
            <a:endParaRPr lang="en-US"/>
          </a:p>
        </p:txBody>
      </p:sp>
    </p:spTree>
    <p:extLst>
      <p:ext uri="{BB962C8B-B14F-4D97-AF65-F5344CB8AC3E}">
        <p14:creationId xmlns:p14="http://schemas.microsoft.com/office/powerpoint/2010/main" val="1423673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7.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8.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9.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0.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3.xml"/><Relationship Id="rId1" Type="http://schemas.openxmlformats.org/officeDocument/2006/relationships/tags" Target="../tags/tag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ogo">
    <p:spTree>
      <p:nvGrpSpPr>
        <p:cNvPr id="1" name=""/>
        <p:cNvGrpSpPr/>
        <p:nvPr/>
      </p:nvGrpSpPr>
      <p:grpSpPr>
        <a:xfrm>
          <a:off x="0" y="0"/>
          <a:ext cx="0" cy="0"/>
          <a:chOff x="0" y="0"/>
          <a:chExt cx="0" cy="0"/>
        </a:xfrm>
      </p:grpSpPr>
      <p:cxnSp>
        <p:nvCxnSpPr>
          <p:cNvPr id="11" name="Straight Connector 10"/>
          <p:cNvCxnSpPr/>
          <p:nvPr userDrawn="1"/>
        </p:nvCxnSpPr>
        <p:spPr>
          <a:xfrm>
            <a:off x="694944" y="126143"/>
            <a:ext cx="10820399" cy="0"/>
          </a:xfrm>
          <a:prstGeom prst="line">
            <a:avLst/>
          </a:prstGeom>
          <a:ln w="2540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5" name="Picture 4" descr="Shape&#10;&#10;Description automatically generated with medium confidence">
            <a:extLst>
              <a:ext uri="{FF2B5EF4-FFF2-40B4-BE49-F238E27FC236}">
                <a16:creationId xmlns:a16="http://schemas.microsoft.com/office/drawing/2014/main" id="{84750835-1226-CAC9-B6EC-27DA83C89801}"/>
              </a:ext>
            </a:extLst>
          </p:cNvPr>
          <p:cNvPicPr>
            <a:picLocks noChangeAspect="1"/>
          </p:cNvPicPr>
          <p:nvPr userDrawn="1"/>
        </p:nvPicPr>
        <p:blipFill>
          <a:blip r:embed="rId3"/>
          <a:stretch>
            <a:fillRect/>
          </a:stretch>
        </p:blipFill>
        <p:spPr>
          <a:xfrm>
            <a:off x="3196868" y="2276402"/>
            <a:ext cx="4818546" cy="1846597"/>
          </a:xfrm>
          <a:prstGeom prst="rect">
            <a:avLst/>
          </a:prstGeom>
        </p:spPr>
      </p:pic>
      <p:sp>
        <p:nvSpPr>
          <p:cNvPr id="2" name="Footer Placeholder 4">
            <a:extLst>
              <a:ext uri="{FF2B5EF4-FFF2-40B4-BE49-F238E27FC236}">
                <a16:creationId xmlns:a16="http://schemas.microsoft.com/office/drawing/2014/main" id="{0027DA64-11A9-D30F-F9B7-CD661E8C2D88}"/>
              </a:ext>
            </a:extLst>
          </p:cNvPr>
          <p:cNvSpPr>
            <a:spLocks noGrp="1"/>
          </p:cNvSpPr>
          <p:nvPr>
            <p:ph type="ftr" sz="quarter" idx="3"/>
            <p:custDataLst>
              <p:tags r:id="rId1"/>
            </p:custDataLst>
          </p:nvPr>
        </p:nvSpPr>
        <p:spPr>
          <a:xfrm>
            <a:off x="0" y="6356350"/>
            <a:ext cx="12192000" cy="365125"/>
          </a:xfrm>
          <a:prstGeom prst="rect">
            <a:avLst/>
          </a:prstGeom>
        </p:spPr>
        <p:txBody>
          <a:bodyPr vert="horz" lIns="91440" tIns="45720" rIns="91440" bIns="45720" rtlCol="0" anchor="ctr"/>
          <a:lstStyle>
            <a:lvl1pPr algn="ctr">
              <a:defRPr lang="en-US">
                <a:solidFill>
                  <a:srgbClr val="000000"/>
                </a:solidFill>
              </a:defRPr>
            </a:lvl1pPr>
          </a:lstStyle>
          <a:p>
            <a:r>
              <a:rPr lang="en-US"/>
              <a:t>Raytheon Company - Approved for Public Disclosure</a:t>
            </a:r>
          </a:p>
        </p:txBody>
      </p:sp>
    </p:spTree>
    <p:extLst>
      <p:ext uri="{BB962C8B-B14F-4D97-AF65-F5344CB8AC3E}">
        <p14:creationId xmlns:p14="http://schemas.microsoft.com/office/powerpoint/2010/main" val="344863139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8" name="Date"/>
          <p:cNvSpPr>
            <a:spLocks noGrp="1"/>
          </p:cNvSpPr>
          <p:nvPr>
            <p:ph type="body" sz="quarter" idx="14" hasCustomPrompt="1"/>
          </p:nvPr>
        </p:nvSpPr>
        <p:spPr>
          <a:xfrm>
            <a:off x="6248400" y="4978631"/>
            <a:ext cx="1866900" cy="193899"/>
          </a:xfrm>
          <a:noFill/>
        </p:spPr>
        <p:txBody>
          <a:bodyPr>
            <a:spAutoFit/>
          </a:bodyPr>
          <a:lstStyle>
            <a:lvl1pPr>
              <a:defRPr sz="1400" b="0">
                <a:solidFill>
                  <a:schemeClr val="tx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Date</a:t>
            </a:r>
          </a:p>
        </p:txBody>
      </p:sp>
      <p:sp>
        <p:nvSpPr>
          <p:cNvPr id="7" name="Presenters"/>
          <p:cNvSpPr>
            <a:spLocks noGrp="1"/>
          </p:cNvSpPr>
          <p:nvPr>
            <p:ph type="body" sz="quarter" idx="13" hasCustomPrompt="1"/>
          </p:nvPr>
        </p:nvSpPr>
        <p:spPr>
          <a:xfrm>
            <a:off x="6248400" y="3944669"/>
            <a:ext cx="5266943" cy="249299"/>
          </a:xfrm>
          <a:noFill/>
        </p:spPr>
        <p:txBody>
          <a:bodyPr vert="horz" lIns="0" tIns="0" rIns="0" bIns="0" rtlCol="0">
            <a:spAutoFit/>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8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Name, Title, Function. 18 pt. black.</a:t>
            </a:r>
          </a:p>
        </p:txBody>
      </p:sp>
      <p:sp>
        <p:nvSpPr>
          <p:cNvPr id="2" name="Title"/>
          <p:cNvSpPr>
            <a:spLocks noGrp="1"/>
          </p:cNvSpPr>
          <p:nvPr>
            <p:ph type="title" hasCustomPrompt="1"/>
          </p:nvPr>
        </p:nvSpPr>
        <p:spPr>
          <a:xfrm>
            <a:off x="6248400" y="2264747"/>
            <a:ext cx="5257800" cy="914096"/>
          </a:xfrm>
          <a:noFill/>
        </p:spPr>
        <p:txBody>
          <a:bodyPr anchor="t" anchorCtr="0">
            <a:spAutoFit/>
          </a:bodyPr>
          <a:lstStyle>
            <a:lvl1pPr defTabSz="914400">
              <a:spcBef>
                <a:spcPct val="0"/>
              </a:spcBef>
              <a:defRPr sz="3300">
                <a:solidFill>
                  <a:schemeClr val="tx1"/>
                </a:solidFill>
              </a:defRPr>
            </a:lvl1pPr>
          </a:lstStyle>
          <a:p>
            <a:pPr lvl="0" defTabSz="914400">
              <a:spcBef>
                <a:spcPct val="0"/>
              </a:spcBef>
            </a:pPr>
            <a:r>
              <a:rPr lang="en-US"/>
              <a:t>Title 33 pt. black. Bold. Sentence case.</a:t>
            </a:r>
          </a:p>
        </p:txBody>
      </p:sp>
      <p:cxnSp>
        <p:nvCxnSpPr>
          <p:cNvPr id="9" name="Straight Connector 8"/>
          <p:cNvCxnSpPr/>
          <p:nvPr userDrawn="1"/>
        </p:nvCxnSpPr>
        <p:spPr>
          <a:xfrm>
            <a:off x="694944" y="126143"/>
            <a:ext cx="10820399" cy="0"/>
          </a:xfrm>
          <a:prstGeom prst="line">
            <a:avLst/>
          </a:prstGeom>
          <a:ln w="2540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3" name="Picture 2" descr="Shape&#10;&#10;Description automatically generated with medium confidence">
            <a:extLst>
              <a:ext uri="{FF2B5EF4-FFF2-40B4-BE49-F238E27FC236}">
                <a16:creationId xmlns:a16="http://schemas.microsoft.com/office/drawing/2014/main" id="{0EE82325-A2C7-C851-E2C4-BCA15F641317}"/>
              </a:ext>
            </a:extLst>
          </p:cNvPr>
          <p:cNvPicPr>
            <a:picLocks noChangeAspect="1"/>
          </p:cNvPicPr>
          <p:nvPr userDrawn="1"/>
        </p:nvPicPr>
        <p:blipFill>
          <a:blip r:embed="rId3"/>
          <a:stretch>
            <a:fillRect/>
          </a:stretch>
        </p:blipFill>
        <p:spPr>
          <a:xfrm>
            <a:off x="694944" y="2074428"/>
            <a:ext cx="3419856" cy="1310581"/>
          </a:xfrm>
          <a:prstGeom prst="rect">
            <a:avLst/>
          </a:prstGeom>
        </p:spPr>
      </p:pic>
      <p:sp>
        <p:nvSpPr>
          <p:cNvPr id="4" name="Footer Placeholder 4">
            <a:extLst>
              <a:ext uri="{FF2B5EF4-FFF2-40B4-BE49-F238E27FC236}">
                <a16:creationId xmlns:a16="http://schemas.microsoft.com/office/drawing/2014/main" id="{94DD6CFF-B433-C9E5-8A12-EA75F39FF8CF}"/>
              </a:ext>
            </a:extLst>
          </p:cNvPr>
          <p:cNvSpPr>
            <a:spLocks noGrp="1"/>
          </p:cNvSpPr>
          <p:nvPr>
            <p:ph type="ftr" sz="quarter" idx="3"/>
            <p:custDataLst>
              <p:tags r:id="rId1"/>
            </p:custDataLst>
          </p:nvPr>
        </p:nvSpPr>
        <p:spPr>
          <a:xfrm>
            <a:off x="0" y="6356350"/>
            <a:ext cx="12192000" cy="365125"/>
          </a:xfrm>
          <a:prstGeom prst="rect">
            <a:avLst/>
          </a:prstGeom>
        </p:spPr>
        <p:txBody>
          <a:bodyPr vert="horz" lIns="91440" tIns="45720" rIns="91440" bIns="45720" rtlCol="0" anchor="ctr"/>
          <a:lstStyle>
            <a:lvl1pPr algn="ctr">
              <a:defRPr lang="en-US">
                <a:solidFill>
                  <a:srgbClr val="000000"/>
                </a:solidFill>
              </a:defRPr>
            </a:lvl1pPr>
          </a:lstStyle>
          <a:p>
            <a:r>
              <a:rPr lang="en-US"/>
              <a:t>Raytheon Company - Approved for Public Disclosure</a:t>
            </a:r>
          </a:p>
        </p:txBody>
      </p:sp>
    </p:spTree>
    <p:extLst>
      <p:ext uri="{BB962C8B-B14F-4D97-AF65-F5344CB8AC3E}">
        <p14:creationId xmlns:p14="http://schemas.microsoft.com/office/powerpoint/2010/main" val="24981455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usiness Images">
    <p:spTree>
      <p:nvGrpSpPr>
        <p:cNvPr id="1" name=""/>
        <p:cNvGrpSpPr/>
        <p:nvPr/>
      </p:nvGrpSpPr>
      <p:grpSpPr>
        <a:xfrm>
          <a:off x="0" y="0"/>
          <a:ext cx="0" cy="0"/>
          <a:chOff x="0" y="0"/>
          <a:chExt cx="0" cy="0"/>
        </a:xfrm>
      </p:grpSpPr>
      <p:sp>
        <p:nvSpPr>
          <p:cNvPr id="8" name="Date"/>
          <p:cNvSpPr>
            <a:spLocks noGrp="1"/>
          </p:cNvSpPr>
          <p:nvPr>
            <p:ph type="body" sz="quarter" idx="14" hasCustomPrompt="1"/>
          </p:nvPr>
        </p:nvSpPr>
        <p:spPr>
          <a:xfrm>
            <a:off x="6185449" y="6022194"/>
            <a:ext cx="1668227" cy="166199"/>
          </a:xfrm>
          <a:noFill/>
        </p:spPr>
        <p:txBody>
          <a:bodyPr wrap="square">
            <a:spAutoFit/>
          </a:bodyPr>
          <a:lstStyle>
            <a:lvl1pPr>
              <a:defRPr sz="1200" b="0">
                <a:solidFill>
                  <a:schemeClr val="tx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Date</a:t>
            </a:r>
          </a:p>
        </p:txBody>
      </p:sp>
      <p:sp>
        <p:nvSpPr>
          <p:cNvPr id="7" name="Presenters"/>
          <p:cNvSpPr>
            <a:spLocks noGrp="1"/>
          </p:cNvSpPr>
          <p:nvPr>
            <p:ph type="body" sz="quarter" idx="13" hasCustomPrompt="1"/>
          </p:nvPr>
        </p:nvSpPr>
        <p:spPr>
          <a:xfrm>
            <a:off x="6204030" y="5447669"/>
            <a:ext cx="5197031" cy="443198"/>
          </a:xfrm>
          <a:noFill/>
        </p:spPr>
        <p:txBody>
          <a:bodyPr vert="horz" wrap="square" lIns="0" tIns="0" rIns="0" bIns="0" rtlCol="0">
            <a:spAutoFit/>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600" b="0" baseline="0">
                <a:solidFill>
                  <a:schemeClr val="tx1"/>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Name, Title, Function. 16 pt. black.</a:t>
            </a:r>
          </a:p>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Name, Title, Function. 16 pt. black.</a:t>
            </a:r>
          </a:p>
        </p:txBody>
      </p:sp>
      <p:sp>
        <p:nvSpPr>
          <p:cNvPr id="2" name="Title"/>
          <p:cNvSpPr>
            <a:spLocks noGrp="1"/>
          </p:cNvSpPr>
          <p:nvPr>
            <p:ph type="title" hasCustomPrompt="1"/>
          </p:nvPr>
        </p:nvSpPr>
        <p:spPr>
          <a:xfrm>
            <a:off x="6204030" y="4649765"/>
            <a:ext cx="5197032" cy="692497"/>
          </a:xfrm>
          <a:noFill/>
        </p:spPr>
        <p:txBody>
          <a:bodyPr wrap="square" anchor="b" anchorCtr="0">
            <a:spAutoFit/>
          </a:bodyPr>
          <a:lstStyle>
            <a:lvl1pPr defTabSz="914400">
              <a:spcBef>
                <a:spcPct val="0"/>
              </a:spcBef>
              <a:defRPr sz="2500">
                <a:solidFill>
                  <a:schemeClr val="tx1"/>
                </a:solidFill>
              </a:defRPr>
            </a:lvl1pPr>
          </a:lstStyle>
          <a:p>
            <a:pPr lvl="0" defTabSz="914400">
              <a:spcBef>
                <a:spcPct val="0"/>
              </a:spcBef>
            </a:pPr>
            <a:r>
              <a:rPr lang="en-US" dirty="0"/>
              <a:t>Title 25 pt. black. Bold. Sentence case. Bold. Sentence case.</a:t>
            </a:r>
          </a:p>
        </p:txBody>
      </p:sp>
      <p:pic>
        <p:nvPicPr>
          <p:cNvPr id="4" name="Picture 3">
            <a:extLst>
              <a:ext uri="{FF2B5EF4-FFF2-40B4-BE49-F238E27FC236}">
                <a16:creationId xmlns:a16="http://schemas.microsoft.com/office/drawing/2014/main" id="{05AA81B1-7479-7714-254E-346D03D7480A}"/>
              </a:ext>
            </a:extLst>
          </p:cNvPr>
          <p:cNvPicPr>
            <a:picLocks noChangeAspect="1"/>
          </p:cNvPicPr>
          <p:nvPr userDrawn="1"/>
        </p:nvPicPr>
        <p:blipFill>
          <a:blip r:embed="rId3"/>
          <a:srcRect/>
          <a:stretch/>
        </p:blipFill>
        <p:spPr>
          <a:xfrm>
            <a:off x="603232" y="4548887"/>
            <a:ext cx="4657664" cy="1340807"/>
          </a:xfrm>
          <a:prstGeom prst="rect">
            <a:avLst/>
          </a:prstGeom>
        </p:spPr>
      </p:pic>
      <p:sp>
        <p:nvSpPr>
          <p:cNvPr id="10" name="Footer Placeholder 4">
            <a:extLst>
              <a:ext uri="{FF2B5EF4-FFF2-40B4-BE49-F238E27FC236}">
                <a16:creationId xmlns:a16="http://schemas.microsoft.com/office/drawing/2014/main" id="{BEAFE54E-5C69-1AB9-4417-C534F5211112}"/>
              </a:ext>
            </a:extLst>
          </p:cNvPr>
          <p:cNvSpPr>
            <a:spLocks noGrp="1"/>
          </p:cNvSpPr>
          <p:nvPr>
            <p:ph type="ftr" sz="quarter" idx="3"/>
            <p:custDataLst>
              <p:tags r:id="rId1"/>
            </p:custDataLst>
          </p:nvPr>
        </p:nvSpPr>
        <p:spPr>
          <a:xfrm>
            <a:off x="0" y="6356350"/>
            <a:ext cx="12192000" cy="365125"/>
          </a:xfrm>
          <a:prstGeom prst="rect">
            <a:avLst/>
          </a:prstGeom>
        </p:spPr>
        <p:txBody>
          <a:bodyPr vert="horz" lIns="91440" tIns="45720" rIns="91440" bIns="45720" rtlCol="0" anchor="ctr"/>
          <a:lstStyle>
            <a:lvl1pPr algn="ctr">
              <a:defRPr lang="en-US">
                <a:solidFill>
                  <a:srgbClr val="000000"/>
                </a:solidFill>
              </a:defRPr>
            </a:lvl1pPr>
          </a:lstStyle>
          <a:p>
            <a:r>
              <a:rPr lang="en-US"/>
              <a:t>Raytheon Company - Approved for Public Disclosure</a:t>
            </a:r>
          </a:p>
        </p:txBody>
      </p:sp>
      <p:grpSp>
        <p:nvGrpSpPr>
          <p:cNvPr id="6" name="Group 5">
            <a:extLst>
              <a:ext uri="{FF2B5EF4-FFF2-40B4-BE49-F238E27FC236}">
                <a16:creationId xmlns:a16="http://schemas.microsoft.com/office/drawing/2014/main" id="{69ABFBA0-24D9-992D-1DFC-E2894791EE36}"/>
              </a:ext>
            </a:extLst>
          </p:cNvPr>
          <p:cNvGrpSpPr/>
          <p:nvPr userDrawn="1"/>
        </p:nvGrpSpPr>
        <p:grpSpPr>
          <a:xfrm>
            <a:off x="0" y="0"/>
            <a:ext cx="12195032" cy="3999837"/>
            <a:chOff x="0" y="0"/>
            <a:chExt cx="12195032" cy="3999837"/>
          </a:xfrm>
        </p:grpSpPr>
        <p:pic>
          <p:nvPicPr>
            <p:cNvPr id="11" name="Picture 10">
              <a:extLst>
                <a:ext uri="{FF2B5EF4-FFF2-40B4-BE49-F238E27FC236}">
                  <a16:creationId xmlns:a16="http://schemas.microsoft.com/office/drawing/2014/main" id="{89231345-7A2B-89B7-BA47-9B9F75BCA5BA}"/>
                </a:ext>
              </a:extLst>
            </p:cNvPr>
            <p:cNvPicPr>
              <a:picLocks noChangeAspect="1"/>
            </p:cNvPicPr>
            <p:nvPr userDrawn="1"/>
          </p:nvPicPr>
          <p:blipFill>
            <a:blip r:embed="rId4"/>
            <a:stretch>
              <a:fillRect/>
            </a:stretch>
          </p:blipFill>
          <p:spPr>
            <a:xfrm>
              <a:off x="0" y="0"/>
              <a:ext cx="4023368" cy="3995936"/>
            </a:xfrm>
            <a:prstGeom prst="rect">
              <a:avLst/>
            </a:prstGeom>
          </p:spPr>
        </p:pic>
        <p:pic>
          <p:nvPicPr>
            <p:cNvPr id="12" name="Picture 11">
              <a:extLst>
                <a:ext uri="{FF2B5EF4-FFF2-40B4-BE49-F238E27FC236}">
                  <a16:creationId xmlns:a16="http://schemas.microsoft.com/office/drawing/2014/main" id="{B6E773F7-7EB9-F705-444B-BC7A9F7AFC39}"/>
                </a:ext>
              </a:extLst>
            </p:cNvPr>
            <p:cNvPicPr>
              <a:picLocks noChangeAspect="1"/>
            </p:cNvPicPr>
            <p:nvPr userDrawn="1"/>
          </p:nvPicPr>
          <p:blipFill rotWithShape="1">
            <a:blip r:embed="rId5"/>
            <a:srcRect l="19005" r="24371"/>
            <a:stretch/>
          </p:blipFill>
          <p:spPr>
            <a:xfrm>
              <a:off x="8168632" y="0"/>
              <a:ext cx="4026400" cy="3999837"/>
            </a:xfrm>
            <a:prstGeom prst="rect">
              <a:avLst/>
            </a:prstGeom>
          </p:spPr>
        </p:pic>
        <p:pic>
          <p:nvPicPr>
            <p:cNvPr id="3" name="Picture 2">
              <a:extLst>
                <a:ext uri="{FF2B5EF4-FFF2-40B4-BE49-F238E27FC236}">
                  <a16:creationId xmlns:a16="http://schemas.microsoft.com/office/drawing/2014/main" id="{7DD6130E-8AF6-54D1-2AEB-18CD3B90B1E2}"/>
                </a:ext>
              </a:extLst>
            </p:cNvPr>
            <p:cNvPicPr>
              <a:picLocks noChangeAspect="1"/>
            </p:cNvPicPr>
            <p:nvPr userDrawn="1"/>
          </p:nvPicPr>
          <p:blipFill>
            <a:blip r:embed="rId6"/>
            <a:srcRect/>
            <a:stretch/>
          </p:blipFill>
          <p:spPr>
            <a:xfrm>
              <a:off x="4084316" y="0"/>
              <a:ext cx="4023368" cy="3995936"/>
            </a:xfrm>
            <a:prstGeom prst="rect">
              <a:avLst/>
            </a:prstGeom>
          </p:spPr>
        </p:pic>
      </p:grpSp>
    </p:spTree>
    <p:extLst>
      <p:ext uri="{BB962C8B-B14F-4D97-AF65-F5344CB8AC3E}">
        <p14:creationId xmlns:p14="http://schemas.microsoft.com/office/powerpoint/2010/main" val="1281345393"/>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tmospher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B6E24B-68F1-82CB-29C1-EB08DE755004}"/>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b="796"/>
          <a:stretch/>
        </p:blipFill>
        <p:spPr>
          <a:xfrm>
            <a:off x="-1" y="0"/>
            <a:ext cx="12191999" cy="4968088"/>
          </a:xfrm>
          <a:prstGeom prst="rect">
            <a:avLst/>
          </a:prstGeom>
          <a:ln>
            <a:noFill/>
          </a:ln>
        </p:spPr>
      </p:pic>
      <p:sp>
        <p:nvSpPr>
          <p:cNvPr id="5" name="Title 4">
            <a:extLst>
              <a:ext uri="{FF2B5EF4-FFF2-40B4-BE49-F238E27FC236}">
                <a16:creationId xmlns:a16="http://schemas.microsoft.com/office/drawing/2014/main" id="{B660A336-5AA6-E438-7401-5DD262AE842D}"/>
              </a:ext>
            </a:extLst>
          </p:cNvPr>
          <p:cNvSpPr>
            <a:spLocks noGrp="1"/>
          </p:cNvSpPr>
          <p:nvPr>
            <p:ph type="title" hasCustomPrompt="1"/>
          </p:nvPr>
        </p:nvSpPr>
        <p:spPr>
          <a:xfrm>
            <a:off x="685800" y="2974061"/>
            <a:ext cx="7162800" cy="1329595"/>
          </a:xfrm>
        </p:spPr>
        <p:txBody>
          <a:bodyPr vert="horz" wrap="square" lIns="0" tIns="0" rIns="0" bIns="0" rtlCol="0" anchor="b" anchorCtr="0">
            <a:spAutoFit/>
          </a:bodyPr>
          <a:lstStyle>
            <a:lvl1pPr>
              <a:defRPr lang="en-US" sz="4800">
                <a:solidFill>
                  <a:schemeClr val="bg2"/>
                </a:solidFill>
              </a:defRPr>
            </a:lvl1pPr>
          </a:lstStyle>
          <a:p>
            <a:pPr lvl="0"/>
            <a:r>
              <a:rPr lang="en-US"/>
              <a:t>Title 48 pt. white. Bold. Sentence case.</a:t>
            </a:r>
          </a:p>
        </p:txBody>
      </p:sp>
      <p:sp>
        <p:nvSpPr>
          <p:cNvPr id="6" name="Presenters">
            <a:extLst>
              <a:ext uri="{FF2B5EF4-FFF2-40B4-BE49-F238E27FC236}">
                <a16:creationId xmlns:a16="http://schemas.microsoft.com/office/drawing/2014/main" id="{C5DE7E96-B510-A634-133B-11FCBB2C91BA}"/>
              </a:ext>
            </a:extLst>
          </p:cNvPr>
          <p:cNvSpPr>
            <a:spLocks noGrp="1"/>
          </p:cNvSpPr>
          <p:nvPr>
            <p:ph type="body" sz="quarter" idx="15" hasCustomPrompt="1"/>
          </p:nvPr>
        </p:nvSpPr>
        <p:spPr>
          <a:xfrm>
            <a:off x="676776" y="4492807"/>
            <a:ext cx="5257799" cy="307829"/>
          </a:xfrm>
          <a:noFill/>
        </p:spPr>
        <p:txBody>
          <a:bodyPr vert="horz" lIns="0" tIns="0" rIns="0" bIns="0" rtlCol="0">
            <a:noAutofit/>
          </a:bodyPr>
          <a:lstStyle>
            <a:lvl1pPr marL="0" marR="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600" b="0" baseline="0">
                <a:solidFill>
                  <a:schemeClr val="bg2"/>
                </a:solidFill>
              </a:defRPr>
            </a:lvl1pPr>
          </a:lstStyle>
          <a:p>
            <a:pPr marL="0" marR="0" lvl="0" indent="0" algn="l" defTabSz="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16 pt. white. Sentence case.</a:t>
            </a:r>
          </a:p>
        </p:txBody>
      </p:sp>
      <p:sp>
        <p:nvSpPr>
          <p:cNvPr id="8" name="Date">
            <a:extLst>
              <a:ext uri="{FF2B5EF4-FFF2-40B4-BE49-F238E27FC236}">
                <a16:creationId xmlns:a16="http://schemas.microsoft.com/office/drawing/2014/main" id="{B58BFE7C-D752-FE5A-5F65-483EC83FEB92}"/>
              </a:ext>
            </a:extLst>
          </p:cNvPr>
          <p:cNvSpPr>
            <a:spLocks noGrp="1"/>
          </p:cNvSpPr>
          <p:nvPr>
            <p:ph type="body" sz="quarter" idx="14" hasCustomPrompt="1"/>
          </p:nvPr>
        </p:nvSpPr>
        <p:spPr>
          <a:xfrm>
            <a:off x="6256115" y="6090574"/>
            <a:ext cx="1866900" cy="166199"/>
          </a:xfrm>
          <a:noFill/>
        </p:spPr>
        <p:txBody>
          <a:bodyPr>
            <a:spAutoFit/>
          </a:bodyPr>
          <a:lstStyle>
            <a:lvl1pPr>
              <a:defRPr sz="1200" b="0">
                <a:solidFill>
                  <a:schemeClr val="tx1"/>
                </a:solidFill>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Date</a:t>
            </a:r>
          </a:p>
        </p:txBody>
      </p:sp>
      <p:sp>
        <p:nvSpPr>
          <p:cNvPr id="9" name="Presenters">
            <a:extLst>
              <a:ext uri="{FF2B5EF4-FFF2-40B4-BE49-F238E27FC236}">
                <a16:creationId xmlns:a16="http://schemas.microsoft.com/office/drawing/2014/main" id="{7B42B0BC-BD4F-6368-6F29-30E915528596}"/>
              </a:ext>
            </a:extLst>
          </p:cNvPr>
          <p:cNvSpPr>
            <a:spLocks noGrp="1"/>
          </p:cNvSpPr>
          <p:nvPr>
            <p:ph type="body" sz="quarter" idx="13" hasCustomPrompt="1"/>
          </p:nvPr>
        </p:nvSpPr>
        <p:spPr>
          <a:xfrm>
            <a:off x="6256115" y="5468381"/>
            <a:ext cx="5257799" cy="443198"/>
          </a:xfrm>
          <a:noFill/>
        </p:spPr>
        <p:txBody>
          <a:bodyPr vert="horz" wrap="square" lIns="0" tIns="0" rIns="0" bIns="0" rtlCol="0">
            <a:spAutoFit/>
          </a:bodyPr>
          <a:lstStyle>
            <a:lvl1pPr>
              <a:defRPr lang="en-US" sz="1600" baseline="0" dirty="0"/>
            </a:lvl1pPr>
          </a:lstStyle>
          <a:p>
            <a:pPr marR="0" lvl="0" fontAlgn="auto">
              <a:spcAft>
                <a:spcPts val="0"/>
              </a:spcAft>
              <a:buClrTx/>
              <a:tabLst/>
            </a:pPr>
            <a:r>
              <a:rPr lang="en-US"/>
              <a:t>Name, Title, Function. 16 pt. black.</a:t>
            </a:r>
          </a:p>
          <a:p>
            <a:pPr marR="0" lvl="0" fontAlgn="auto">
              <a:spcAft>
                <a:spcPts val="0"/>
              </a:spcAft>
              <a:buClrTx/>
              <a:tabLst/>
            </a:pPr>
            <a:r>
              <a:rPr lang="en-US"/>
              <a:t>Name, Title, Function. 16 pt. black.</a:t>
            </a:r>
          </a:p>
        </p:txBody>
      </p:sp>
      <p:pic>
        <p:nvPicPr>
          <p:cNvPr id="4" name="Picture 3">
            <a:extLst>
              <a:ext uri="{FF2B5EF4-FFF2-40B4-BE49-F238E27FC236}">
                <a16:creationId xmlns:a16="http://schemas.microsoft.com/office/drawing/2014/main" id="{C7B615CD-007F-EA33-A32C-D3874FFEF73F}"/>
              </a:ext>
            </a:extLst>
          </p:cNvPr>
          <p:cNvPicPr>
            <a:picLocks noChangeAspect="1"/>
          </p:cNvPicPr>
          <p:nvPr userDrawn="1"/>
        </p:nvPicPr>
        <p:blipFill>
          <a:blip r:embed="rId3"/>
          <a:srcRect/>
          <a:stretch/>
        </p:blipFill>
        <p:spPr>
          <a:xfrm>
            <a:off x="674225" y="5280870"/>
            <a:ext cx="3365292" cy="968770"/>
          </a:xfrm>
          <a:prstGeom prst="rect">
            <a:avLst/>
          </a:prstGeom>
        </p:spPr>
      </p:pic>
      <p:sp>
        <p:nvSpPr>
          <p:cNvPr id="2" name="Footer Placeholder 4">
            <a:extLst>
              <a:ext uri="{FF2B5EF4-FFF2-40B4-BE49-F238E27FC236}">
                <a16:creationId xmlns:a16="http://schemas.microsoft.com/office/drawing/2014/main" id="{397392C3-27C5-ABD9-3A65-EA41B421E4CC}"/>
              </a:ext>
            </a:extLst>
          </p:cNvPr>
          <p:cNvSpPr>
            <a:spLocks noGrp="1"/>
          </p:cNvSpPr>
          <p:nvPr>
            <p:ph type="ftr" sz="quarter" idx="3"/>
          </p:nvPr>
        </p:nvSpPr>
        <p:spPr>
          <a:xfrm>
            <a:off x="0" y="6356350"/>
            <a:ext cx="12192000" cy="365125"/>
          </a:xfrm>
          <a:prstGeom prst="rect">
            <a:avLst/>
          </a:prstGeom>
        </p:spPr>
        <p:txBody>
          <a:bodyPr vert="horz" lIns="91440" tIns="45720" rIns="91440" bIns="45720" rtlCol="0" anchor="ctr"/>
          <a:lstStyle>
            <a:lvl1pPr algn="ctr">
              <a:defRPr lang="en-US"/>
            </a:lvl1pPr>
          </a:lstStyle>
          <a:p>
            <a:endParaRPr lang="en-US"/>
          </a:p>
        </p:txBody>
      </p:sp>
    </p:spTree>
    <p:extLst>
      <p:ext uri="{BB962C8B-B14F-4D97-AF65-F5344CB8AC3E}">
        <p14:creationId xmlns:p14="http://schemas.microsoft.com/office/powerpoint/2010/main" val="351327270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uidance: RTX Color Palette">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83E520A4-FAAE-1C23-A63D-FAE04B206131}"/>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
        <p:nvSpPr>
          <p:cNvPr id="2" name="TextBox 1">
            <a:extLst>
              <a:ext uri="{FF2B5EF4-FFF2-40B4-BE49-F238E27FC236}">
                <a16:creationId xmlns:a16="http://schemas.microsoft.com/office/drawing/2014/main" id="{53C14E4D-FFCC-16F0-1F0B-8A1621EFC611}"/>
              </a:ext>
            </a:extLst>
          </p:cNvPr>
          <p:cNvSpPr txBox="1"/>
          <p:nvPr userDrawn="1"/>
        </p:nvSpPr>
        <p:spPr>
          <a:xfrm>
            <a:off x="662940" y="468598"/>
            <a:ext cx="10896600" cy="486287"/>
          </a:xfrm>
          <a:prstGeom prst="rect">
            <a:avLst/>
          </a:prstGeom>
        </p:spPr>
        <p:txBody>
          <a:bodyPr vert="horz" lIns="0" tIns="0" rIns="0" bIns="0" rtlCol="0" anchor="t" anchorCtr="0">
            <a:noAutofit/>
          </a:bodyPr>
          <a:lstStyle>
            <a:lvl1pPr>
              <a:lnSpc>
                <a:spcPct val="80000"/>
              </a:lnSpc>
              <a:spcBef>
                <a:spcPct val="0"/>
              </a:spcBef>
              <a:buNone/>
              <a:defRPr sz="3200" b="1">
                <a:solidFill>
                  <a:schemeClr val="tx2"/>
                </a:solidFill>
                <a:latin typeface="+mj-lt"/>
                <a:ea typeface="+mj-ea"/>
                <a:cs typeface="+mj-cs"/>
              </a:defRPr>
            </a:lvl1pPr>
          </a:lstStyle>
          <a:p>
            <a:pPr lvl="0"/>
            <a:r>
              <a:rPr lang="en-US">
                <a:solidFill>
                  <a:schemeClr val="tx1"/>
                </a:solidFill>
              </a:rPr>
              <a:t>RTX color palette</a:t>
            </a:r>
          </a:p>
        </p:txBody>
      </p:sp>
      <p:sp>
        <p:nvSpPr>
          <p:cNvPr id="4" name="Rectangle 3">
            <a:extLst>
              <a:ext uri="{FF2B5EF4-FFF2-40B4-BE49-F238E27FC236}">
                <a16:creationId xmlns:a16="http://schemas.microsoft.com/office/drawing/2014/main" id="{ED841BBA-C64A-D926-1311-F092A2C6AC0E}"/>
              </a:ext>
            </a:extLst>
          </p:cNvPr>
          <p:cNvSpPr/>
          <p:nvPr userDrawn="1"/>
        </p:nvSpPr>
        <p:spPr>
          <a:xfrm>
            <a:off x="694270" y="1714500"/>
            <a:ext cx="3405162" cy="369332"/>
          </a:xfrm>
          <a:prstGeom prst="rect">
            <a:avLst/>
          </a:prstGeom>
          <a:noFill/>
        </p:spPr>
        <p:txBody>
          <a:bodyPr wrap="square" lIns="0" tIns="0" rIns="0" bIns="0">
            <a:spAutoFit/>
          </a:bodyPr>
          <a:lstStyle/>
          <a:p>
            <a:pPr marL="0" lvl="1"/>
            <a:r>
              <a:rPr lang="en-US" sz="1200" b="1" dirty="0"/>
              <a:t>RTX primary palette</a:t>
            </a:r>
          </a:p>
          <a:p>
            <a:pPr marL="0" lvl="1"/>
            <a:r>
              <a:rPr lang="en-US" sz="1200" dirty="0"/>
              <a:t>Our primary palette consists of black and white. </a:t>
            </a:r>
          </a:p>
        </p:txBody>
      </p:sp>
      <p:sp>
        <p:nvSpPr>
          <p:cNvPr id="5" name="Rectangle 4">
            <a:extLst>
              <a:ext uri="{FF2B5EF4-FFF2-40B4-BE49-F238E27FC236}">
                <a16:creationId xmlns:a16="http://schemas.microsoft.com/office/drawing/2014/main" id="{8C28EA49-0A02-0ED7-45A0-47A86C772A32}"/>
              </a:ext>
            </a:extLst>
          </p:cNvPr>
          <p:cNvSpPr/>
          <p:nvPr userDrawn="1"/>
        </p:nvSpPr>
        <p:spPr>
          <a:xfrm>
            <a:off x="685800" y="4252665"/>
            <a:ext cx="3754700" cy="1292662"/>
          </a:xfrm>
          <a:prstGeom prst="rect">
            <a:avLst/>
          </a:prstGeom>
          <a:noFill/>
        </p:spPr>
        <p:txBody>
          <a:bodyPr wrap="square" lIns="0" tIns="0" rIns="0" bIns="0">
            <a:spAutoFit/>
          </a:bodyPr>
          <a:lstStyle/>
          <a:p>
            <a:pPr marL="0" lvl="1"/>
            <a:r>
              <a:rPr lang="en-US" sz="1200" b="1" baseline="0" dirty="0"/>
              <a:t>PPT tertiary palette</a:t>
            </a:r>
            <a:endParaRPr lang="en-US" sz="1200" b="1" dirty="0"/>
          </a:p>
          <a:p>
            <a:pPr marL="0" lvl="1"/>
            <a:r>
              <a:rPr lang="en-US" sz="1200" dirty="0"/>
              <a:t>Accent colors </a:t>
            </a:r>
            <a:r>
              <a:rPr lang="en-US" sz="1200" b="1" dirty="0"/>
              <a:t>only</a:t>
            </a:r>
            <a:r>
              <a:rPr lang="en-US" sz="1200" baseline="0" dirty="0"/>
              <a:t> </a:t>
            </a:r>
            <a:r>
              <a:rPr lang="en-US" sz="1200" dirty="0"/>
              <a:t>for use in charts and graphs </a:t>
            </a:r>
            <a:br>
              <a:rPr lang="en-US" sz="1200" dirty="0"/>
            </a:br>
            <a:r>
              <a:rPr lang="en-US" sz="1200" dirty="0"/>
              <a:t>with many data points.</a:t>
            </a:r>
          </a:p>
          <a:p>
            <a:pPr marL="0" lvl="1"/>
            <a:endParaRPr lang="en-US" sz="1200" dirty="0"/>
          </a:p>
          <a:p>
            <a:pPr marL="0" lvl="1"/>
            <a:r>
              <a:rPr lang="en-US" sz="1200" dirty="0"/>
              <a:t>These additional</a:t>
            </a:r>
            <a:r>
              <a:rPr lang="en-US" sz="1200" baseline="0" dirty="0"/>
              <a:t> colors should only be used in PowerPoint presentations when needed to clearly communicate a message to your audience. </a:t>
            </a:r>
            <a:endParaRPr lang="en-US" sz="1200" dirty="0"/>
          </a:p>
        </p:txBody>
      </p:sp>
      <p:sp>
        <p:nvSpPr>
          <p:cNvPr id="6" name="TextBox 5">
            <a:extLst>
              <a:ext uri="{FF2B5EF4-FFF2-40B4-BE49-F238E27FC236}">
                <a16:creationId xmlns:a16="http://schemas.microsoft.com/office/drawing/2014/main" id="{28D5D63D-01CA-B54F-8233-A9EB59996BBD}"/>
              </a:ext>
            </a:extLst>
          </p:cNvPr>
          <p:cNvSpPr txBox="1"/>
          <p:nvPr userDrawn="1"/>
        </p:nvSpPr>
        <p:spPr>
          <a:xfrm>
            <a:off x="4376186" y="1714500"/>
            <a:ext cx="4428378" cy="1141145"/>
          </a:xfrm>
          <a:prstGeom prst="rect">
            <a:avLst/>
          </a:prstGeom>
          <a:solidFill>
            <a:schemeClr val="bg2"/>
          </a:solidFill>
          <a:ln>
            <a:solidFill>
              <a:schemeClr val="accent1"/>
            </a:solidFill>
          </a:ln>
        </p:spPr>
        <p:txBody>
          <a:bodyPr wrap="square" rtlCol="0">
            <a:noAutofit/>
          </a:bodyPr>
          <a:lstStyle/>
          <a:p>
            <a:r>
              <a:rPr lang="en-US" sz="900" b="1"/>
              <a:t>White</a:t>
            </a:r>
          </a:p>
          <a:p>
            <a:r>
              <a:rPr lang="en-US" sz="900"/>
              <a:t>RGB: 255, 255, 255</a:t>
            </a:r>
          </a:p>
        </p:txBody>
      </p:sp>
      <p:sp>
        <p:nvSpPr>
          <p:cNvPr id="7" name="TextBox 6">
            <a:extLst>
              <a:ext uri="{FF2B5EF4-FFF2-40B4-BE49-F238E27FC236}">
                <a16:creationId xmlns:a16="http://schemas.microsoft.com/office/drawing/2014/main" id="{A0A73916-2A5F-D430-9CFA-FDCB9C43D8E5}"/>
              </a:ext>
            </a:extLst>
          </p:cNvPr>
          <p:cNvSpPr txBox="1"/>
          <p:nvPr userDrawn="1"/>
        </p:nvSpPr>
        <p:spPr>
          <a:xfrm>
            <a:off x="7818008" y="4638088"/>
            <a:ext cx="1600200" cy="230832"/>
          </a:xfrm>
          <a:prstGeom prst="rect">
            <a:avLst/>
          </a:prstGeom>
          <a:solidFill>
            <a:srgbClr val="EFB661"/>
          </a:solidFill>
        </p:spPr>
        <p:txBody>
          <a:bodyPr wrap="square" rtlCol="0">
            <a:spAutoFit/>
          </a:bodyPr>
          <a:lstStyle/>
          <a:p>
            <a:r>
              <a:rPr lang="en-US" sz="900" b="0">
                <a:solidFill>
                  <a:schemeClr val="bg1"/>
                </a:solidFill>
              </a:rPr>
              <a:t>RGB: 239, 182, 97</a:t>
            </a:r>
          </a:p>
        </p:txBody>
      </p:sp>
      <p:sp>
        <p:nvSpPr>
          <p:cNvPr id="8" name="TextBox 7">
            <a:extLst>
              <a:ext uri="{FF2B5EF4-FFF2-40B4-BE49-F238E27FC236}">
                <a16:creationId xmlns:a16="http://schemas.microsoft.com/office/drawing/2014/main" id="{4285B463-8F9A-BFCE-DCD7-43E205C0A4EC}"/>
              </a:ext>
            </a:extLst>
          </p:cNvPr>
          <p:cNvSpPr txBox="1"/>
          <p:nvPr userDrawn="1"/>
        </p:nvSpPr>
        <p:spPr>
          <a:xfrm>
            <a:off x="4376778" y="4638088"/>
            <a:ext cx="1600200" cy="230832"/>
          </a:xfrm>
          <a:prstGeom prst="rect">
            <a:avLst/>
          </a:prstGeom>
          <a:solidFill>
            <a:srgbClr val="908CC2"/>
          </a:solidFill>
        </p:spPr>
        <p:txBody>
          <a:bodyPr wrap="square" rtlCol="0">
            <a:spAutoFit/>
          </a:bodyPr>
          <a:lstStyle/>
          <a:p>
            <a:r>
              <a:rPr lang="en-US" sz="900" b="0">
                <a:solidFill>
                  <a:schemeClr val="bg1"/>
                </a:solidFill>
              </a:rPr>
              <a:t>RGB: 144, 140, 194</a:t>
            </a:r>
          </a:p>
        </p:txBody>
      </p:sp>
      <p:sp>
        <p:nvSpPr>
          <p:cNvPr id="9" name="TextBox 8">
            <a:extLst>
              <a:ext uri="{FF2B5EF4-FFF2-40B4-BE49-F238E27FC236}">
                <a16:creationId xmlns:a16="http://schemas.microsoft.com/office/drawing/2014/main" id="{EC57A2A9-B6B8-434C-9DCC-B03F85CE6C3B}"/>
              </a:ext>
            </a:extLst>
          </p:cNvPr>
          <p:cNvSpPr txBox="1"/>
          <p:nvPr userDrawn="1"/>
        </p:nvSpPr>
        <p:spPr>
          <a:xfrm>
            <a:off x="6097393" y="4638088"/>
            <a:ext cx="1600200" cy="230832"/>
          </a:xfrm>
          <a:prstGeom prst="rect">
            <a:avLst/>
          </a:prstGeom>
          <a:solidFill>
            <a:srgbClr val="9ABEAA"/>
          </a:solidFill>
        </p:spPr>
        <p:txBody>
          <a:bodyPr wrap="square" rtlCol="0">
            <a:spAutoFit/>
          </a:bodyPr>
          <a:lstStyle/>
          <a:p>
            <a:r>
              <a:rPr lang="en-US" sz="900" b="0" dirty="0">
                <a:solidFill>
                  <a:schemeClr val="bg1"/>
                </a:solidFill>
              </a:rPr>
              <a:t>RGB: 154, 190, 170</a:t>
            </a:r>
          </a:p>
        </p:txBody>
      </p:sp>
      <p:sp>
        <p:nvSpPr>
          <p:cNvPr id="10" name="Rectangle 9">
            <a:extLst>
              <a:ext uri="{FF2B5EF4-FFF2-40B4-BE49-F238E27FC236}">
                <a16:creationId xmlns:a16="http://schemas.microsoft.com/office/drawing/2014/main" id="{D06AA454-7A5B-66BC-D4A0-3D71A3A709F0}"/>
              </a:ext>
            </a:extLst>
          </p:cNvPr>
          <p:cNvSpPr/>
          <p:nvPr userDrawn="1"/>
        </p:nvSpPr>
        <p:spPr>
          <a:xfrm>
            <a:off x="685800" y="2975129"/>
            <a:ext cx="2999972" cy="738664"/>
          </a:xfrm>
          <a:prstGeom prst="rect">
            <a:avLst/>
          </a:prstGeom>
          <a:noFill/>
        </p:spPr>
        <p:txBody>
          <a:bodyPr wrap="square" lIns="0" tIns="0" rIns="0" bIns="0">
            <a:spAutoFit/>
          </a:bodyPr>
          <a:lstStyle/>
          <a:p>
            <a:pPr marL="0" lvl="1"/>
            <a:r>
              <a:rPr lang="en-US" sz="1200" b="1" dirty="0"/>
              <a:t>RTX secondary palette</a:t>
            </a:r>
          </a:p>
          <a:p>
            <a:pPr marL="0" lvl="1"/>
            <a:r>
              <a:rPr lang="en-US" sz="1200" dirty="0"/>
              <a:t>Our secondary color palette consists of the three grays and red specified. Be sure to use these formulas.</a:t>
            </a:r>
          </a:p>
        </p:txBody>
      </p:sp>
      <p:sp>
        <p:nvSpPr>
          <p:cNvPr id="11" name="TextBox 10">
            <a:extLst>
              <a:ext uri="{FF2B5EF4-FFF2-40B4-BE49-F238E27FC236}">
                <a16:creationId xmlns:a16="http://schemas.microsoft.com/office/drawing/2014/main" id="{E61B09C7-834F-394E-A958-DF3E55FCE790}"/>
              </a:ext>
            </a:extLst>
          </p:cNvPr>
          <p:cNvSpPr txBox="1"/>
          <p:nvPr userDrawn="1"/>
        </p:nvSpPr>
        <p:spPr>
          <a:xfrm>
            <a:off x="694270" y="1107061"/>
            <a:ext cx="6097136" cy="276999"/>
          </a:xfrm>
          <a:prstGeom prst="rect">
            <a:avLst/>
          </a:prstGeom>
          <a:noFill/>
        </p:spPr>
        <p:txBody>
          <a:bodyPr wrap="square" lIns="0" tIns="0" rIns="0" bIns="0">
            <a:spAutoFit/>
          </a:bodyPr>
          <a:lstStyle/>
          <a:p>
            <a:r>
              <a:rPr lang="en-US" sz="1800"/>
              <a:t>Predominant brand colors to be used for all presentations.</a:t>
            </a:r>
            <a:endParaRPr lang="en-US"/>
          </a:p>
        </p:txBody>
      </p:sp>
      <p:cxnSp>
        <p:nvCxnSpPr>
          <p:cNvPr id="12" name="Straight Connector 11">
            <a:extLst>
              <a:ext uri="{FF2B5EF4-FFF2-40B4-BE49-F238E27FC236}">
                <a16:creationId xmlns:a16="http://schemas.microsoft.com/office/drawing/2014/main" id="{4313F8C0-6D6A-5E83-58AF-5504B66B79EE}"/>
              </a:ext>
            </a:extLst>
          </p:cNvPr>
          <p:cNvCxnSpPr/>
          <p:nvPr userDrawn="1"/>
        </p:nvCxnSpPr>
        <p:spPr>
          <a:xfrm>
            <a:off x="694270" y="4023807"/>
            <a:ext cx="10813576"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D6F29B8-5A4C-3DDE-1DDD-B84B5C085DA9}"/>
              </a:ext>
            </a:extLst>
          </p:cNvPr>
          <p:cNvSpPr txBox="1"/>
          <p:nvPr userDrawn="1"/>
        </p:nvSpPr>
        <p:spPr>
          <a:xfrm>
            <a:off x="7818008" y="2975129"/>
            <a:ext cx="1600200" cy="395283"/>
          </a:xfrm>
          <a:prstGeom prst="rect">
            <a:avLst/>
          </a:prstGeom>
          <a:solidFill>
            <a:schemeClr val="accent3"/>
          </a:solidFill>
        </p:spPr>
        <p:txBody>
          <a:bodyPr wrap="square" rtlCol="0">
            <a:noAutofit/>
          </a:bodyPr>
          <a:lstStyle/>
          <a:p>
            <a:r>
              <a:rPr lang="en-US" sz="900" b="1">
                <a:solidFill>
                  <a:schemeClr val="bg1"/>
                </a:solidFill>
              </a:rPr>
              <a:t>Cool Gray 10</a:t>
            </a:r>
          </a:p>
          <a:p>
            <a:r>
              <a:rPr lang="en-US" sz="900">
                <a:solidFill>
                  <a:schemeClr val="bg1"/>
                </a:solidFill>
              </a:rPr>
              <a:t>RGB: 99, 102, 106</a:t>
            </a:r>
          </a:p>
        </p:txBody>
      </p:sp>
      <p:sp>
        <p:nvSpPr>
          <p:cNvPr id="14" name="TextBox 13">
            <a:extLst>
              <a:ext uri="{FF2B5EF4-FFF2-40B4-BE49-F238E27FC236}">
                <a16:creationId xmlns:a16="http://schemas.microsoft.com/office/drawing/2014/main" id="{3AF555A6-97AF-8ED4-EE9E-33F5D49CF7E1}"/>
              </a:ext>
            </a:extLst>
          </p:cNvPr>
          <p:cNvSpPr txBox="1"/>
          <p:nvPr userDrawn="1"/>
        </p:nvSpPr>
        <p:spPr>
          <a:xfrm>
            <a:off x="6097393" y="2975129"/>
            <a:ext cx="1600200" cy="395283"/>
          </a:xfrm>
          <a:prstGeom prst="rect">
            <a:avLst/>
          </a:prstGeom>
          <a:solidFill>
            <a:schemeClr val="accent2"/>
          </a:solidFill>
        </p:spPr>
        <p:txBody>
          <a:bodyPr wrap="square" rtlCol="0">
            <a:noAutofit/>
          </a:bodyPr>
          <a:lstStyle/>
          <a:p>
            <a:r>
              <a:rPr lang="en-US" sz="900" b="1">
                <a:solidFill>
                  <a:schemeClr val="tx1"/>
                </a:solidFill>
              </a:rPr>
              <a:t>Cool Gray 5</a:t>
            </a:r>
          </a:p>
          <a:p>
            <a:r>
              <a:rPr lang="en-US" sz="900">
                <a:solidFill>
                  <a:schemeClr val="tx1"/>
                </a:solidFill>
              </a:rPr>
              <a:t>RGB: 177, 179, 179</a:t>
            </a:r>
          </a:p>
        </p:txBody>
      </p:sp>
      <p:sp>
        <p:nvSpPr>
          <p:cNvPr id="15" name="TextBox 14">
            <a:extLst>
              <a:ext uri="{FF2B5EF4-FFF2-40B4-BE49-F238E27FC236}">
                <a16:creationId xmlns:a16="http://schemas.microsoft.com/office/drawing/2014/main" id="{37F986CA-9DEB-DC03-DBF1-6A24D2719E8E}"/>
              </a:ext>
            </a:extLst>
          </p:cNvPr>
          <p:cNvSpPr txBox="1"/>
          <p:nvPr userDrawn="1"/>
        </p:nvSpPr>
        <p:spPr>
          <a:xfrm>
            <a:off x="4376778" y="2975129"/>
            <a:ext cx="1600200" cy="395283"/>
          </a:xfrm>
          <a:prstGeom prst="rect">
            <a:avLst/>
          </a:prstGeom>
          <a:solidFill>
            <a:schemeClr val="accent1"/>
          </a:solidFill>
        </p:spPr>
        <p:txBody>
          <a:bodyPr wrap="square" rtlCol="0">
            <a:noAutofit/>
          </a:bodyPr>
          <a:lstStyle/>
          <a:p>
            <a:r>
              <a:rPr lang="en-US" sz="900" b="1">
                <a:solidFill>
                  <a:schemeClr val="tx1"/>
                </a:solidFill>
              </a:rPr>
              <a:t>Cool Gray 1</a:t>
            </a:r>
          </a:p>
          <a:p>
            <a:r>
              <a:rPr lang="en-US" sz="900">
                <a:solidFill>
                  <a:schemeClr val="tx1"/>
                </a:solidFill>
              </a:rPr>
              <a:t>RGB: 217, 217, 214</a:t>
            </a:r>
          </a:p>
        </p:txBody>
      </p:sp>
      <p:sp>
        <p:nvSpPr>
          <p:cNvPr id="16" name="TextBox 15">
            <a:extLst>
              <a:ext uri="{FF2B5EF4-FFF2-40B4-BE49-F238E27FC236}">
                <a16:creationId xmlns:a16="http://schemas.microsoft.com/office/drawing/2014/main" id="{5C4FAF87-9756-7369-920A-916A8ABEBE3A}"/>
              </a:ext>
            </a:extLst>
          </p:cNvPr>
          <p:cNvSpPr txBox="1"/>
          <p:nvPr userDrawn="1"/>
        </p:nvSpPr>
        <p:spPr>
          <a:xfrm>
            <a:off x="4376778" y="4252665"/>
            <a:ext cx="1600200" cy="230832"/>
          </a:xfrm>
          <a:prstGeom prst="rect">
            <a:avLst/>
          </a:prstGeom>
          <a:solidFill>
            <a:schemeClr val="accent4"/>
          </a:solidFill>
        </p:spPr>
        <p:txBody>
          <a:bodyPr wrap="square" rtlCol="0">
            <a:spAutoFit/>
          </a:bodyPr>
          <a:lstStyle/>
          <a:p>
            <a:r>
              <a:rPr lang="en-US" sz="900" b="0">
                <a:solidFill>
                  <a:schemeClr val="bg1"/>
                </a:solidFill>
              </a:rPr>
              <a:t>RGB: 123, 167, 188</a:t>
            </a:r>
          </a:p>
        </p:txBody>
      </p:sp>
      <p:sp>
        <p:nvSpPr>
          <p:cNvPr id="17" name="TextBox 16">
            <a:extLst>
              <a:ext uri="{FF2B5EF4-FFF2-40B4-BE49-F238E27FC236}">
                <a16:creationId xmlns:a16="http://schemas.microsoft.com/office/drawing/2014/main" id="{02EA9186-E29F-6230-342E-0C99C8F431C1}"/>
              </a:ext>
            </a:extLst>
          </p:cNvPr>
          <p:cNvSpPr txBox="1"/>
          <p:nvPr userDrawn="1"/>
        </p:nvSpPr>
        <p:spPr>
          <a:xfrm>
            <a:off x="9538623" y="2975129"/>
            <a:ext cx="1600200" cy="395283"/>
          </a:xfrm>
          <a:prstGeom prst="rect">
            <a:avLst/>
          </a:prstGeom>
          <a:solidFill>
            <a:schemeClr val="accent6"/>
          </a:solidFill>
        </p:spPr>
        <p:txBody>
          <a:bodyPr wrap="square" rtlCol="0">
            <a:noAutofit/>
          </a:bodyPr>
          <a:lstStyle/>
          <a:p>
            <a:r>
              <a:rPr lang="en-US" sz="900" b="1">
                <a:solidFill>
                  <a:schemeClr val="bg1"/>
                </a:solidFill>
              </a:rPr>
              <a:t>Red 186</a:t>
            </a:r>
          </a:p>
          <a:p>
            <a:r>
              <a:rPr lang="en-US" sz="900">
                <a:solidFill>
                  <a:schemeClr val="bg1"/>
                </a:solidFill>
              </a:rPr>
              <a:t>RGB: 206, 17, 38</a:t>
            </a:r>
          </a:p>
        </p:txBody>
      </p:sp>
      <p:sp>
        <p:nvSpPr>
          <p:cNvPr id="18" name="TextBox 17">
            <a:extLst>
              <a:ext uri="{FF2B5EF4-FFF2-40B4-BE49-F238E27FC236}">
                <a16:creationId xmlns:a16="http://schemas.microsoft.com/office/drawing/2014/main" id="{0B8F9550-0C58-B5DB-AC53-18760A42A073}"/>
              </a:ext>
            </a:extLst>
          </p:cNvPr>
          <p:cNvSpPr txBox="1"/>
          <p:nvPr userDrawn="1"/>
        </p:nvSpPr>
        <p:spPr>
          <a:xfrm>
            <a:off x="6097393" y="4252665"/>
            <a:ext cx="1600200" cy="230832"/>
          </a:xfrm>
          <a:prstGeom prst="rect">
            <a:avLst/>
          </a:prstGeom>
          <a:solidFill>
            <a:schemeClr val="accent5"/>
          </a:solidFill>
        </p:spPr>
        <p:txBody>
          <a:bodyPr wrap="square" rtlCol="0">
            <a:spAutoFit/>
          </a:bodyPr>
          <a:lstStyle/>
          <a:p>
            <a:r>
              <a:rPr lang="en-US" sz="900" b="0">
                <a:solidFill>
                  <a:schemeClr val="bg1"/>
                </a:solidFill>
              </a:rPr>
              <a:t>RGB: 183, 169, 154</a:t>
            </a:r>
          </a:p>
        </p:txBody>
      </p:sp>
      <p:sp>
        <p:nvSpPr>
          <p:cNvPr id="19" name="TextBox 18">
            <a:extLst>
              <a:ext uri="{FF2B5EF4-FFF2-40B4-BE49-F238E27FC236}">
                <a16:creationId xmlns:a16="http://schemas.microsoft.com/office/drawing/2014/main" id="{2A94DDDD-08AF-823A-E89F-47FD078CA228}"/>
              </a:ext>
            </a:extLst>
          </p:cNvPr>
          <p:cNvSpPr txBox="1"/>
          <p:nvPr userDrawn="1"/>
        </p:nvSpPr>
        <p:spPr>
          <a:xfrm>
            <a:off x="8947053" y="1714500"/>
            <a:ext cx="2191770" cy="1141144"/>
          </a:xfrm>
          <a:prstGeom prst="rect">
            <a:avLst/>
          </a:prstGeom>
          <a:solidFill>
            <a:schemeClr val="tx1"/>
          </a:solidFill>
          <a:ln>
            <a:noFill/>
          </a:ln>
        </p:spPr>
        <p:txBody>
          <a:bodyPr wrap="square" rtlCol="0">
            <a:noAutofit/>
          </a:bodyPr>
          <a:lstStyle/>
          <a:p>
            <a:r>
              <a:rPr lang="en-US" sz="900" b="1">
                <a:solidFill>
                  <a:schemeClr val="bg1"/>
                </a:solidFill>
              </a:rPr>
              <a:t>Black</a:t>
            </a:r>
          </a:p>
          <a:p>
            <a:r>
              <a:rPr lang="en-US" sz="900">
                <a:solidFill>
                  <a:schemeClr val="bg1"/>
                </a:solidFill>
              </a:rPr>
              <a:t>RGB: 0, 0, 0</a:t>
            </a:r>
          </a:p>
        </p:txBody>
      </p:sp>
      <p:sp>
        <p:nvSpPr>
          <p:cNvPr id="20" name="Footer Placeholder 4">
            <a:extLst>
              <a:ext uri="{FF2B5EF4-FFF2-40B4-BE49-F238E27FC236}">
                <a16:creationId xmlns:a16="http://schemas.microsoft.com/office/drawing/2014/main" id="{8D12AED7-031C-3D1B-4DA5-3BC7BE9622B9}"/>
              </a:ext>
            </a:extLst>
          </p:cNvPr>
          <p:cNvSpPr>
            <a:spLocks noGrp="1"/>
          </p:cNvSpPr>
          <p:nvPr>
            <p:ph type="ftr" sz="quarter" idx="3"/>
            <p:custDataLst>
              <p:tags r:id="rId1"/>
            </p:custDataLst>
          </p:nvPr>
        </p:nvSpPr>
        <p:spPr>
          <a:xfrm>
            <a:off x="0" y="6356350"/>
            <a:ext cx="12192000" cy="365125"/>
          </a:xfrm>
          <a:prstGeom prst="rect">
            <a:avLst/>
          </a:prstGeom>
        </p:spPr>
        <p:txBody>
          <a:bodyPr vert="horz" lIns="91440" tIns="45720" rIns="91440" bIns="45720" rtlCol="0" anchor="ctr"/>
          <a:lstStyle>
            <a:lvl1pPr algn="ctr">
              <a:defRPr lang="en-US" sz="800">
                <a:solidFill>
                  <a:srgbClr val="000000"/>
                </a:solidFill>
              </a:defRPr>
            </a:lvl1pPr>
          </a:lstStyle>
          <a:p>
            <a:r>
              <a:rPr lang="en-US"/>
              <a:t>Raytheon Company - Approved for Public Disclosure</a:t>
            </a:r>
          </a:p>
        </p:txBody>
      </p:sp>
    </p:spTree>
    <p:extLst>
      <p:ext uri="{BB962C8B-B14F-4D97-AF65-F5344CB8AC3E}">
        <p14:creationId xmlns:p14="http://schemas.microsoft.com/office/powerpoint/2010/main" val="42834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94944" y="466347"/>
            <a:ext cx="10811256" cy="676653"/>
          </a:xfrm>
          <a:prstGeom prst="rect">
            <a:avLst/>
          </a:prstGeom>
        </p:spPr>
        <p:txBody>
          <a:bodyPr/>
          <a:lstStyle>
            <a:lvl1pPr>
              <a:lnSpc>
                <a:spcPct val="80000"/>
              </a:lnSpc>
              <a:defRPr/>
            </a:lvl1pPr>
          </a:lstStyle>
          <a:p>
            <a:r>
              <a:rPr lang="en-US"/>
              <a:t>Title. 32 pt. black. Bold. Sentence case. Two lines max.</a:t>
            </a:r>
          </a:p>
        </p:txBody>
      </p:sp>
      <p:sp>
        <p:nvSpPr>
          <p:cNvPr id="2" name="Slide number">
            <a:extLst>
              <a:ext uri="{FF2B5EF4-FFF2-40B4-BE49-F238E27FC236}">
                <a16:creationId xmlns:a16="http://schemas.microsoft.com/office/drawing/2014/main" id="{7CEB5585-C834-0985-6E75-F76DB3DE9845}"/>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
        <p:nvSpPr>
          <p:cNvPr id="3" name="Footer Placeholder 4">
            <a:extLst>
              <a:ext uri="{FF2B5EF4-FFF2-40B4-BE49-F238E27FC236}">
                <a16:creationId xmlns:a16="http://schemas.microsoft.com/office/drawing/2014/main" id="{04F5C141-3253-710A-4EE9-3B9CEA40C4D1}"/>
              </a:ext>
            </a:extLst>
          </p:cNvPr>
          <p:cNvSpPr>
            <a:spLocks noGrp="1"/>
          </p:cNvSpPr>
          <p:nvPr>
            <p:ph type="ftr" sz="quarter" idx="3"/>
          </p:nvPr>
        </p:nvSpPr>
        <p:spPr>
          <a:xfrm>
            <a:off x="0" y="6356350"/>
            <a:ext cx="12192000" cy="365125"/>
          </a:xfrm>
          <a:prstGeom prst="rect">
            <a:avLst/>
          </a:prstGeom>
        </p:spPr>
        <p:txBody>
          <a:bodyPr vert="horz" lIns="91440" tIns="45720" rIns="91440" bIns="45720" rtlCol="0" anchor="ctr"/>
          <a:lstStyle>
            <a:lvl1pPr algn="ctr">
              <a:defRPr lang="en-US" dirty="0"/>
            </a:lvl1pPr>
          </a:lstStyle>
          <a:p>
            <a:endParaRPr lang="en-US"/>
          </a:p>
        </p:txBody>
      </p:sp>
    </p:spTree>
    <p:extLst>
      <p:ext uri="{BB962C8B-B14F-4D97-AF65-F5344CB8AC3E}">
        <p14:creationId xmlns:p14="http://schemas.microsoft.com/office/powerpoint/2010/main" val="365079786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31" name="Body"/>
          <p:cNvSpPr>
            <a:spLocks noGrp="1"/>
          </p:cNvSpPr>
          <p:nvPr>
            <p:ph type="body" sz="quarter" idx="13" hasCustomPrompt="1"/>
          </p:nvPr>
        </p:nvSpPr>
        <p:spPr>
          <a:xfrm>
            <a:off x="685799" y="1476000"/>
            <a:ext cx="10829543" cy="4315200"/>
          </a:xfrm>
          <a:noFill/>
        </p:spPr>
        <p:txBody>
          <a:bodyPr/>
          <a:lstStyle>
            <a:lvl1pPr marL="288925" indent="-288925" algn="l" defTabSz="914400" rtl="0" eaLnBrk="1" latinLnBrk="0" hangingPunct="1">
              <a:lnSpc>
                <a:spcPct val="100000"/>
              </a:lnSpc>
              <a:spcBef>
                <a:spcPts val="0"/>
              </a:spcBef>
              <a:spcAft>
                <a:spcPts val="600"/>
              </a:spcAft>
              <a:buClrTx/>
              <a:buSzPct val="100000"/>
              <a:buFont typeface="Arial" panose="020B0604020202020204" pitchFamily="34" charset="0"/>
              <a:buChar char="•"/>
              <a:defRPr lang="en-US" sz="2800" kern="1200" baseline="0" dirty="0" smtClean="0">
                <a:solidFill>
                  <a:schemeClr val="tx1"/>
                </a:solidFill>
                <a:latin typeface="+mn-lt"/>
                <a:ea typeface="+mn-ea"/>
                <a:cs typeface="+mn-cs"/>
              </a:defRPr>
            </a:lvl1pPr>
            <a:lvl2pPr marL="569913" indent="-280988" algn="l" defTabSz="914400" rtl="0" eaLnBrk="1" latinLnBrk="0" hangingPunct="1">
              <a:lnSpc>
                <a:spcPct val="100000"/>
              </a:lnSpc>
              <a:spcBef>
                <a:spcPts val="0"/>
              </a:spcBef>
              <a:spcAft>
                <a:spcPts val="600"/>
              </a:spcAft>
              <a:buClrTx/>
              <a:buSzPct val="100000"/>
              <a:buFont typeface="Arial" panose="020B0604020202020204" pitchFamily="34" charset="0"/>
              <a:defRPr lang="en-US" sz="2200" kern="1200" baseline="0" dirty="0" smtClean="0">
                <a:solidFill>
                  <a:schemeClr val="tx1"/>
                </a:solidFill>
                <a:latin typeface="+mn-lt"/>
                <a:ea typeface="+mn-ea"/>
                <a:cs typeface="+mn-cs"/>
              </a:defRPr>
            </a:lvl2pPr>
            <a:lvl3pPr marL="801688" indent="-231775" algn="l" defTabSz="914400" rtl="0" eaLnBrk="1" latinLnBrk="0" hangingPunct="1">
              <a:lnSpc>
                <a:spcPct val="100000"/>
              </a:lnSpc>
              <a:spcBef>
                <a:spcPts val="0"/>
              </a:spcBef>
              <a:spcAft>
                <a:spcPts val="600"/>
              </a:spcAft>
              <a:buClrTx/>
              <a:buSzPct val="100000"/>
              <a:buFont typeface="Arial" panose="020B0604020202020204" pitchFamily="34" charset="0"/>
              <a:defRPr lang="en-US" sz="2200" kern="1200" baseline="0" dirty="0" smtClean="0">
                <a:solidFill>
                  <a:schemeClr val="tx1"/>
                </a:solidFill>
                <a:latin typeface="+mn-lt"/>
                <a:ea typeface="+mn-ea"/>
                <a:cs typeface="+mn-cs"/>
              </a:defRPr>
            </a:lvl3pPr>
            <a:lvl4pPr marL="1082675" indent="-280988" algn="l" defTabSz="914400" rtl="0" eaLnBrk="1" latinLnBrk="0" hangingPunct="1">
              <a:lnSpc>
                <a:spcPct val="100000"/>
              </a:lnSpc>
              <a:spcBef>
                <a:spcPts val="0"/>
              </a:spcBef>
              <a:spcAft>
                <a:spcPts val="600"/>
              </a:spcAft>
              <a:buClrTx/>
              <a:buSzPct val="100000"/>
              <a:buFont typeface="Arial" panose="020B0604020202020204" pitchFamily="34" charset="0"/>
              <a:defRPr lang="en-US" sz="2200" kern="1200" dirty="0" smtClean="0">
                <a:solidFill>
                  <a:schemeClr val="tx1"/>
                </a:solidFill>
                <a:latin typeface="+mn-lt"/>
                <a:ea typeface="+mn-ea"/>
                <a:cs typeface="+mn-cs"/>
              </a:defRPr>
            </a:lvl4pPr>
            <a:lvl5pPr marL="1316038" indent="-233363" algn="l" defTabSz="914400" rtl="0" eaLnBrk="1" latinLnBrk="0" hangingPunct="1">
              <a:lnSpc>
                <a:spcPct val="100000"/>
              </a:lnSpc>
              <a:spcBef>
                <a:spcPts val="0"/>
              </a:spcBef>
              <a:spcAft>
                <a:spcPts val="600"/>
              </a:spcAft>
              <a:buClrTx/>
              <a:buSzPct val="100000"/>
              <a:buFont typeface="Arial" panose="020B0604020202020204" pitchFamily="34" charset="0"/>
              <a:defRPr lang="en-US" sz="2200" kern="1200" dirty="0">
                <a:solidFill>
                  <a:schemeClr val="tx1"/>
                </a:solidFill>
                <a:latin typeface="+mn-lt"/>
                <a:ea typeface="+mn-ea"/>
                <a:cs typeface="+mn-cs"/>
              </a:defRPr>
            </a:lvl5pPr>
          </a:lstStyle>
          <a:p>
            <a:pPr lvl="0"/>
            <a:r>
              <a:rPr lang="en-US"/>
              <a:t>Main bullet. 28 pt. black.</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hasCustomPrompt="1"/>
          </p:nvPr>
        </p:nvSpPr>
        <p:spPr>
          <a:xfrm>
            <a:off x="694944" y="466347"/>
            <a:ext cx="10811256" cy="676653"/>
          </a:xfrm>
          <a:prstGeom prst="rect">
            <a:avLst/>
          </a:prstGeom>
        </p:spPr>
        <p:txBody>
          <a:bodyPr/>
          <a:lstStyle>
            <a:lvl1pPr>
              <a:lnSpc>
                <a:spcPct val="80000"/>
              </a:lnSpc>
              <a:defRPr/>
            </a:lvl1pPr>
          </a:lstStyle>
          <a:p>
            <a:r>
              <a:rPr lang="en-US"/>
              <a:t>Title. 32 pt. black. Bold. Sentence case. Two lines max.</a:t>
            </a:r>
          </a:p>
        </p:txBody>
      </p:sp>
      <p:sp>
        <p:nvSpPr>
          <p:cNvPr id="2" name="Takeaway bar">
            <a:extLst>
              <a:ext uri="{FF2B5EF4-FFF2-40B4-BE49-F238E27FC236}">
                <a16:creationId xmlns:a16="http://schemas.microsoft.com/office/drawing/2014/main" id="{8F3A43FB-9FBA-E24C-1C15-E32F1866C8DA}"/>
              </a:ext>
            </a:extLst>
          </p:cNvPr>
          <p:cNvSpPr>
            <a:spLocks noGrp="1"/>
          </p:cNvSpPr>
          <p:nvPr>
            <p:ph type="body" sz="quarter" idx="15" hasCustomPrompt="1"/>
          </p:nvPr>
        </p:nvSpPr>
        <p:spPr>
          <a:xfrm>
            <a:off x="694944" y="5865760"/>
            <a:ext cx="10820399" cy="320088"/>
          </a:xfrm>
          <a:solidFill>
            <a:schemeClr val="accent1"/>
          </a:solidFill>
        </p:spPr>
        <p:txBody>
          <a:bodyPr vert="horz" wrap="square" lIns="621792" tIns="36576" rIns="621792" bIns="36576" rtlCol="0" anchor="b" anchorCtr="0">
            <a:spAutoFit/>
          </a:bodyPr>
          <a:lstStyle>
            <a:lvl1pPr marL="0" indent="0" algn="ctr" defTabSz="0">
              <a:lnSpc>
                <a:spcPct val="100000"/>
              </a:lnSpc>
              <a:spcBef>
                <a:spcPts val="0"/>
              </a:spcBef>
              <a:buFontTx/>
              <a:buNone/>
              <a:defRPr lang="en-US" sz="1600" b="1" dirty="0">
                <a:solidFill>
                  <a:schemeClr val="tx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Black. Bold. 16 pt. Centered. Sentence case.</a:t>
            </a:r>
          </a:p>
        </p:txBody>
      </p:sp>
      <p:sp>
        <p:nvSpPr>
          <p:cNvPr id="3" name="Slide number">
            <a:extLst>
              <a:ext uri="{FF2B5EF4-FFF2-40B4-BE49-F238E27FC236}">
                <a16:creationId xmlns:a16="http://schemas.microsoft.com/office/drawing/2014/main" id="{1FA8D734-2FCE-8F54-C61F-7DDD193F1136}"/>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
        <p:nvSpPr>
          <p:cNvPr id="4" name="Footer Placeholder 4">
            <a:extLst>
              <a:ext uri="{FF2B5EF4-FFF2-40B4-BE49-F238E27FC236}">
                <a16:creationId xmlns:a16="http://schemas.microsoft.com/office/drawing/2014/main" id="{878E4AA0-598D-DD1F-A0C5-31D4206C1BE0}"/>
              </a:ext>
            </a:extLst>
          </p:cNvPr>
          <p:cNvSpPr>
            <a:spLocks noGrp="1"/>
          </p:cNvSpPr>
          <p:nvPr>
            <p:ph type="ftr" sz="quarter" idx="3"/>
            <p:custDataLst>
              <p:tags r:id="rId1"/>
            </p:custDataLst>
          </p:nvPr>
        </p:nvSpPr>
        <p:spPr>
          <a:xfrm>
            <a:off x="0" y="6356350"/>
            <a:ext cx="12192000" cy="365125"/>
          </a:xfrm>
          <a:prstGeom prst="rect">
            <a:avLst/>
          </a:prstGeom>
        </p:spPr>
        <p:txBody>
          <a:bodyPr vert="horz" lIns="91440" tIns="45720" rIns="91440" bIns="45720" rtlCol="0" anchor="ctr"/>
          <a:lstStyle>
            <a:lvl1pPr algn="ctr">
              <a:defRPr lang="en-US" sz="800">
                <a:solidFill>
                  <a:srgbClr val="000000"/>
                </a:solidFill>
              </a:defRPr>
            </a:lvl1pPr>
          </a:lstStyle>
          <a:p>
            <a:r>
              <a:rPr lang="en-US"/>
              <a:t>Raytheon Company - Approved for Public Disclosure</a:t>
            </a:r>
          </a:p>
        </p:txBody>
      </p:sp>
    </p:spTree>
    <p:extLst>
      <p:ext uri="{BB962C8B-B14F-4D97-AF65-F5344CB8AC3E}">
        <p14:creationId xmlns:p14="http://schemas.microsoft.com/office/powerpoint/2010/main" val="342437424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column/photo">
    <p:bg>
      <p:bgRef idx="1001">
        <a:schemeClr val="bg1"/>
      </p:bgRef>
    </p:bg>
    <p:spTree>
      <p:nvGrpSpPr>
        <p:cNvPr id="1" name=""/>
        <p:cNvGrpSpPr/>
        <p:nvPr/>
      </p:nvGrpSpPr>
      <p:grpSpPr>
        <a:xfrm>
          <a:off x="0" y="0"/>
          <a:ext cx="0" cy="0"/>
          <a:chOff x="0" y="0"/>
          <a:chExt cx="0" cy="0"/>
        </a:xfrm>
      </p:grpSpPr>
      <p:sp>
        <p:nvSpPr>
          <p:cNvPr id="3" name="Picture Placeholder 2"/>
          <p:cNvSpPr>
            <a:spLocks noGrp="1"/>
          </p:cNvSpPr>
          <p:nvPr>
            <p:ph type="pic" sz="quarter" idx="17" hasCustomPrompt="1"/>
          </p:nvPr>
        </p:nvSpPr>
        <p:spPr>
          <a:xfrm>
            <a:off x="4381500" y="1572733"/>
            <a:ext cx="7124700" cy="3903034"/>
          </a:xfrm>
          <a:solidFill>
            <a:schemeClr val="accent2">
              <a:lumMod val="20000"/>
              <a:lumOff val="80000"/>
            </a:schemeClr>
          </a:solidFill>
        </p:spPr>
        <p:txBody>
          <a:bodyPr tIns="1188720"/>
          <a:lstStyle>
            <a:lvl1pPr marL="0" indent="0" algn="ctr">
              <a:buNone/>
              <a:defRPr/>
            </a:lvl1pPr>
          </a:lstStyle>
          <a:p>
            <a:r>
              <a:rPr lang="en-US"/>
              <a:t>Click to insert photo</a:t>
            </a:r>
          </a:p>
        </p:txBody>
      </p:sp>
      <p:sp>
        <p:nvSpPr>
          <p:cNvPr id="9" name="Text Placeholder 2"/>
          <p:cNvSpPr>
            <a:spLocks noGrp="1"/>
          </p:cNvSpPr>
          <p:nvPr>
            <p:ph type="body" sz="quarter" idx="21" hasCustomPrompt="1"/>
          </p:nvPr>
        </p:nvSpPr>
        <p:spPr>
          <a:xfrm>
            <a:off x="695325" y="1572733"/>
            <a:ext cx="3419475" cy="590931"/>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latin typeface="+mj-lt"/>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a:t>
            </a:r>
          </a:p>
        </p:txBody>
      </p:sp>
      <p:sp>
        <p:nvSpPr>
          <p:cNvPr id="10" name="Title 5"/>
          <p:cNvSpPr>
            <a:spLocks noGrp="1"/>
          </p:cNvSpPr>
          <p:nvPr>
            <p:ph type="title" hasCustomPrompt="1"/>
          </p:nvPr>
        </p:nvSpPr>
        <p:spPr>
          <a:xfrm>
            <a:off x="694944" y="466347"/>
            <a:ext cx="10811256" cy="676653"/>
          </a:xfrm>
          <a:prstGeom prst="rect">
            <a:avLst/>
          </a:prstGeom>
        </p:spPr>
        <p:txBody>
          <a:bodyPr/>
          <a:lstStyle>
            <a:lvl1pPr>
              <a:lnSpc>
                <a:spcPct val="80000"/>
              </a:lnSpc>
              <a:defRPr/>
            </a:lvl1pPr>
          </a:lstStyle>
          <a:p>
            <a:r>
              <a:rPr lang="en-US"/>
              <a:t>Title. 32 pt. black. Bold. Sentence case. Two lines max.</a:t>
            </a:r>
          </a:p>
        </p:txBody>
      </p:sp>
      <p:sp>
        <p:nvSpPr>
          <p:cNvPr id="2" name="Body 1">
            <a:extLst>
              <a:ext uri="{FF2B5EF4-FFF2-40B4-BE49-F238E27FC236}">
                <a16:creationId xmlns:a16="http://schemas.microsoft.com/office/drawing/2014/main" id="{82C03A76-7437-CCE5-AA77-D22BE8AE05E8}"/>
              </a:ext>
            </a:extLst>
          </p:cNvPr>
          <p:cNvSpPr>
            <a:spLocks noGrp="1"/>
          </p:cNvSpPr>
          <p:nvPr>
            <p:ph type="body" sz="quarter" idx="13" hasCustomPrompt="1"/>
          </p:nvPr>
        </p:nvSpPr>
        <p:spPr>
          <a:xfrm>
            <a:off x="690933" y="2247900"/>
            <a:ext cx="3423867" cy="3227867"/>
          </a:xfrm>
          <a:noFill/>
        </p:spPr>
        <p:txBody>
          <a:bodyPr rIns="182880"/>
          <a:lstStyle>
            <a:lvl1pPr marL="219456" indent="-219456" algn="l" defTabSz="914400" rtl="0" eaLnBrk="1" latinLnBrk="0" hangingPunct="1">
              <a:lnSpc>
                <a:spcPct val="100000"/>
              </a:lnSpc>
              <a:spcBef>
                <a:spcPts val="0"/>
              </a:spcBef>
              <a:spcAft>
                <a:spcPts val="600"/>
              </a:spcAft>
              <a:buClrTx/>
              <a:buFont typeface="Arial" panose="020B0604020202020204" pitchFamily="34" charset="0"/>
              <a:defRPr lang="en-US" sz="1800" kern="1200" baseline="0" dirty="0" smtClean="0">
                <a:solidFill>
                  <a:schemeClr val="tx1"/>
                </a:solidFill>
                <a:latin typeface="+mn-lt"/>
                <a:ea typeface="+mn-ea"/>
                <a:cs typeface="+mn-cs"/>
              </a:defRPr>
            </a:lvl1pPr>
            <a:lvl2pPr marL="438150" indent="-204788"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2pPr>
            <a:lvl3pPr marL="690563" indent="-233363"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3pPr>
            <a:lvl4pPr marL="914400" indent="-223838"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4pPr>
            <a:lvl5pPr marL="1147763" indent="-233363" algn="l" defTabSz="914400" rtl="0" eaLnBrk="1" latinLnBrk="0" hangingPunct="1">
              <a:lnSpc>
                <a:spcPct val="100000"/>
              </a:lnSpc>
              <a:spcBef>
                <a:spcPts val="0"/>
              </a:spcBef>
              <a:spcAft>
                <a:spcPts val="600"/>
              </a:spcAft>
              <a:buClrTx/>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4" name="Takeaway bar">
            <a:extLst>
              <a:ext uri="{FF2B5EF4-FFF2-40B4-BE49-F238E27FC236}">
                <a16:creationId xmlns:a16="http://schemas.microsoft.com/office/drawing/2014/main" id="{67AD0891-A881-5DC1-1013-43191733147F}"/>
              </a:ext>
            </a:extLst>
          </p:cNvPr>
          <p:cNvSpPr>
            <a:spLocks noGrp="1"/>
          </p:cNvSpPr>
          <p:nvPr>
            <p:ph type="body" sz="quarter" idx="15" hasCustomPrompt="1"/>
          </p:nvPr>
        </p:nvSpPr>
        <p:spPr>
          <a:xfrm>
            <a:off x="694944" y="5865760"/>
            <a:ext cx="10820399" cy="320088"/>
          </a:xfrm>
          <a:solidFill>
            <a:schemeClr val="accent1"/>
          </a:solidFill>
        </p:spPr>
        <p:txBody>
          <a:bodyPr vert="horz" wrap="square" lIns="621792" tIns="36576" rIns="621792" bIns="36576" rtlCol="0" anchor="b" anchorCtr="0">
            <a:spAutoFit/>
          </a:bodyPr>
          <a:lstStyle>
            <a:lvl1pPr marL="0" indent="0" algn="ctr" defTabSz="0">
              <a:lnSpc>
                <a:spcPct val="100000"/>
              </a:lnSpc>
              <a:spcBef>
                <a:spcPts val="0"/>
              </a:spcBef>
              <a:buFontTx/>
              <a:buNone/>
              <a:defRPr lang="en-US" sz="1600" b="1" dirty="0">
                <a:solidFill>
                  <a:schemeClr val="tx1"/>
                </a:solidFill>
                <a:latin typeface="Arial" panose="020B0604020202020204" pitchFamily="34" charset="0"/>
                <a:ea typeface="+mj-ea"/>
                <a:cs typeface="Arial" panose="020B0604020202020204" pitchFamily="34" charset="0"/>
              </a:defRPr>
            </a:lvl1pPr>
          </a:lstStyle>
          <a:p>
            <a:pPr marL="0" lvl="0" indent="0" algn="ctr">
              <a:buNone/>
            </a:pPr>
            <a:r>
              <a:rPr lang="en-US" dirty="0"/>
              <a:t>Optional takeaway bar. Black. Bold. 16 pt. Centered. Sentence case.</a:t>
            </a:r>
          </a:p>
        </p:txBody>
      </p:sp>
      <p:sp>
        <p:nvSpPr>
          <p:cNvPr id="5" name="Slide number">
            <a:extLst>
              <a:ext uri="{FF2B5EF4-FFF2-40B4-BE49-F238E27FC236}">
                <a16:creationId xmlns:a16="http://schemas.microsoft.com/office/drawing/2014/main" id="{0052439E-9AF4-ACA4-C314-22E8A138FFF9}"/>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
        <p:nvSpPr>
          <p:cNvPr id="6" name="Footer Placeholder 4">
            <a:extLst>
              <a:ext uri="{FF2B5EF4-FFF2-40B4-BE49-F238E27FC236}">
                <a16:creationId xmlns:a16="http://schemas.microsoft.com/office/drawing/2014/main" id="{3258A6D2-4E79-26F2-5027-E402F5C0BCF9}"/>
              </a:ext>
            </a:extLst>
          </p:cNvPr>
          <p:cNvSpPr>
            <a:spLocks noGrp="1"/>
          </p:cNvSpPr>
          <p:nvPr>
            <p:ph type="ftr" sz="quarter" idx="3"/>
            <p:custDataLst>
              <p:tags r:id="rId1"/>
            </p:custDataLst>
          </p:nvPr>
        </p:nvSpPr>
        <p:spPr>
          <a:xfrm>
            <a:off x="0" y="6356350"/>
            <a:ext cx="12192000" cy="365125"/>
          </a:xfrm>
          <a:prstGeom prst="rect">
            <a:avLst/>
          </a:prstGeom>
        </p:spPr>
        <p:txBody>
          <a:bodyPr vert="horz" lIns="91440" tIns="45720" rIns="91440" bIns="45720" rtlCol="0" anchor="ctr"/>
          <a:lstStyle>
            <a:lvl1pPr algn="ctr">
              <a:defRPr lang="en-US" sz="800">
                <a:solidFill>
                  <a:srgbClr val="000000"/>
                </a:solidFill>
              </a:defRPr>
            </a:lvl1pPr>
          </a:lstStyle>
          <a:p>
            <a:r>
              <a:rPr lang="en-US"/>
              <a:t>Raytheon Company - Approved for Public Disclosure</a:t>
            </a:r>
          </a:p>
        </p:txBody>
      </p:sp>
    </p:spTree>
    <p:extLst>
      <p:ext uri="{BB962C8B-B14F-4D97-AF65-F5344CB8AC3E}">
        <p14:creationId xmlns:p14="http://schemas.microsoft.com/office/powerpoint/2010/main" val="388358200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41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31" name="Body 1"/>
          <p:cNvSpPr>
            <a:spLocks noGrp="1"/>
          </p:cNvSpPr>
          <p:nvPr>
            <p:ph type="body" sz="quarter" idx="13" hasCustomPrompt="1"/>
          </p:nvPr>
        </p:nvSpPr>
        <p:spPr>
          <a:xfrm>
            <a:off x="696433" y="2294021"/>
            <a:ext cx="5247167" cy="3497178"/>
          </a:xfrm>
          <a:noFill/>
        </p:spPr>
        <p:txBody>
          <a:bodyPr rIns="182880"/>
          <a:lstStyle>
            <a:lvl1pPr marL="219456" indent="-219456" algn="l" defTabSz="914400" rtl="0" eaLnBrk="1" latinLnBrk="0" hangingPunct="1">
              <a:lnSpc>
                <a:spcPct val="100000"/>
              </a:lnSpc>
              <a:spcBef>
                <a:spcPts val="0"/>
              </a:spcBef>
              <a:spcAft>
                <a:spcPts val="600"/>
              </a:spcAft>
              <a:buClrTx/>
              <a:buFont typeface="Arial" panose="020B0604020202020204" pitchFamily="34" charset="0"/>
              <a:defRPr lang="en-US" sz="1800" kern="1200" baseline="0" dirty="0" smtClean="0">
                <a:solidFill>
                  <a:schemeClr val="tx1"/>
                </a:solidFill>
                <a:latin typeface="+mn-lt"/>
                <a:ea typeface="+mn-ea"/>
                <a:cs typeface="+mn-cs"/>
              </a:defRPr>
            </a:lvl1pPr>
            <a:lvl2pPr marL="438150" indent="-204788"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2pPr>
            <a:lvl3pPr marL="690563" indent="-233363"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3pPr>
            <a:lvl4pPr marL="914400" indent="-223838"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4pPr>
            <a:lvl5pPr marL="1147763" indent="-233363" algn="l" defTabSz="914400" rtl="0" eaLnBrk="1" latinLnBrk="0" hangingPunct="1">
              <a:lnSpc>
                <a:spcPct val="100000"/>
              </a:lnSpc>
              <a:spcBef>
                <a:spcPts val="0"/>
              </a:spcBef>
              <a:spcAft>
                <a:spcPts val="600"/>
              </a:spcAft>
              <a:buClrTx/>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12" name="Text Placeholder 2"/>
          <p:cNvSpPr>
            <a:spLocks noGrp="1"/>
          </p:cNvSpPr>
          <p:nvPr>
            <p:ph type="body" sz="quarter" idx="21" hasCustomPrompt="1"/>
          </p:nvPr>
        </p:nvSpPr>
        <p:spPr>
          <a:xfrm>
            <a:off x="695325" y="1572733"/>
            <a:ext cx="5248274"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latin typeface="+mj-lt"/>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 </a:t>
            </a:r>
          </a:p>
        </p:txBody>
      </p:sp>
      <p:sp>
        <p:nvSpPr>
          <p:cNvPr id="14" name="Text Placeholder 2"/>
          <p:cNvSpPr>
            <a:spLocks noGrp="1"/>
          </p:cNvSpPr>
          <p:nvPr>
            <p:ph type="body" sz="quarter" idx="22" hasCustomPrompt="1"/>
          </p:nvPr>
        </p:nvSpPr>
        <p:spPr>
          <a:xfrm>
            <a:off x="6248401" y="1572733"/>
            <a:ext cx="5248274" cy="341632"/>
          </a:xfrm>
          <a:noFill/>
        </p:spPr>
        <p:txBody>
          <a:bodyPr wrap="square" bIns="91440">
            <a:sp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sz="1800" b="1" baseline="0">
                <a:latin typeface="+mj-lt"/>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18 pt. black. Bold. Sentence case. </a:t>
            </a:r>
          </a:p>
        </p:txBody>
      </p:sp>
      <p:sp>
        <p:nvSpPr>
          <p:cNvPr id="15" name="Title 5"/>
          <p:cNvSpPr>
            <a:spLocks noGrp="1"/>
          </p:cNvSpPr>
          <p:nvPr>
            <p:ph type="title" hasCustomPrompt="1"/>
          </p:nvPr>
        </p:nvSpPr>
        <p:spPr>
          <a:xfrm>
            <a:off x="694944" y="466347"/>
            <a:ext cx="10811256" cy="676653"/>
          </a:xfrm>
          <a:prstGeom prst="rect">
            <a:avLst/>
          </a:prstGeom>
        </p:spPr>
        <p:txBody>
          <a:bodyPr/>
          <a:lstStyle>
            <a:lvl1pPr>
              <a:lnSpc>
                <a:spcPct val="80000"/>
              </a:lnSpc>
              <a:defRPr/>
            </a:lvl1pPr>
          </a:lstStyle>
          <a:p>
            <a:r>
              <a:rPr lang="en-US"/>
              <a:t>Title. 32 pt. black. Bold. Sentence case. Two lines max.</a:t>
            </a:r>
          </a:p>
        </p:txBody>
      </p:sp>
      <p:sp>
        <p:nvSpPr>
          <p:cNvPr id="2" name="Body 1">
            <a:extLst>
              <a:ext uri="{FF2B5EF4-FFF2-40B4-BE49-F238E27FC236}">
                <a16:creationId xmlns:a16="http://schemas.microsoft.com/office/drawing/2014/main" id="{CBE0B946-A5C4-9B05-3ADE-B4FE96232286}"/>
              </a:ext>
            </a:extLst>
          </p:cNvPr>
          <p:cNvSpPr>
            <a:spLocks noGrp="1"/>
          </p:cNvSpPr>
          <p:nvPr>
            <p:ph type="body" sz="quarter" idx="23" hasCustomPrompt="1"/>
          </p:nvPr>
        </p:nvSpPr>
        <p:spPr>
          <a:xfrm>
            <a:off x="6248400" y="2294021"/>
            <a:ext cx="5247167" cy="3497178"/>
          </a:xfrm>
          <a:noFill/>
        </p:spPr>
        <p:txBody>
          <a:bodyPr rIns="182880"/>
          <a:lstStyle>
            <a:lvl1pPr marL="219456" indent="-219456" algn="l" defTabSz="914400" rtl="0" eaLnBrk="1" latinLnBrk="0" hangingPunct="1">
              <a:lnSpc>
                <a:spcPct val="100000"/>
              </a:lnSpc>
              <a:spcBef>
                <a:spcPts val="0"/>
              </a:spcBef>
              <a:spcAft>
                <a:spcPts val="600"/>
              </a:spcAft>
              <a:buClrTx/>
              <a:buFont typeface="Arial" panose="020B0604020202020204" pitchFamily="34" charset="0"/>
              <a:defRPr lang="en-US" sz="1800" kern="1200" baseline="0" dirty="0" smtClean="0">
                <a:solidFill>
                  <a:schemeClr val="tx1"/>
                </a:solidFill>
                <a:latin typeface="+mn-lt"/>
                <a:ea typeface="+mn-ea"/>
                <a:cs typeface="+mn-cs"/>
              </a:defRPr>
            </a:lvl1pPr>
            <a:lvl2pPr marL="438150" indent="-204788"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2pPr>
            <a:lvl3pPr marL="690563" indent="-233363"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3pPr>
            <a:lvl4pPr marL="914400" indent="-223838" algn="l" defTabSz="914400" rtl="0" eaLnBrk="1" latinLnBrk="0" hangingPunct="1">
              <a:lnSpc>
                <a:spcPct val="100000"/>
              </a:lnSpc>
              <a:spcBef>
                <a:spcPts val="0"/>
              </a:spcBef>
              <a:spcAft>
                <a:spcPts val="600"/>
              </a:spcAft>
              <a:buClrTx/>
              <a:buFont typeface="Arial" panose="020B0604020202020204" pitchFamily="34" charset="0"/>
              <a:defRPr lang="en-US" sz="1800" kern="1200" dirty="0" smtClean="0">
                <a:solidFill>
                  <a:schemeClr val="tx1"/>
                </a:solidFill>
                <a:latin typeface="+mn-lt"/>
                <a:ea typeface="+mn-ea"/>
                <a:cs typeface="+mn-cs"/>
              </a:defRPr>
            </a:lvl4pPr>
            <a:lvl5pPr marL="1147763" indent="-233363" algn="l" defTabSz="914400" rtl="0" eaLnBrk="1" latinLnBrk="0" hangingPunct="1">
              <a:lnSpc>
                <a:spcPct val="100000"/>
              </a:lnSpc>
              <a:spcBef>
                <a:spcPts val="0"/>
              </a:spcBef>
              <a:spcAft>
                <a:spcPts val="600"/>
              </a:spcAft>
              <a:buClrTx/>
              <a:buFont typeface="Arial" panose="020B0604020202020204" pitchFamily="34" charset="0"/>
              <a:defRPr lang="en-US" sz="1800" kern="1200" dirty="0">
                <a:solidFill>
                  <a:schemeClr val="tx1"/>
                </a:solidFill>
                <a:latin typeface="+mn-lt"/>
                <a:ea typeface="+mn-ea"/>
                <a:cs typeface="+mn-cs"/>
              </a:defRPr>
            </a:lvl5pPr>
          </a:lstStyle>
          <a:p>
            <a:pPr lvl="0"/>
            <a:r>
              <a:rPr lang="en-US"/>
              <a:t>Main bullet. 18 pt. black.</a:t>
            </a:r>
          </a:p>
          <a:p>
            <a:pPr lvl="1"/>
            <a:r>
              <a:rPr lang="en-US"/>
              <a:t>Second level</a:t>
            </a:r>
          </a:p>
          <a:p>
            <a:pPr lvl="2"/>
            <a:r>
              <a:rPr lang="en-US"/>
              <a:t>Third level</a:t>
            </a:r>
          </a:p>
          <a:p>
            <a:pPr lvl="3"/>
            <a:r>
              <a:rPr lang="en-US"/>
              <a:t>Fourth level</a:t>
            </a:r>
          </a:p>
          <a:p>
            <a:pPr lvl="4"/>
            <a:r>
              <a:rPr lang="en-US"/>
              <a:t>Fifth level</a:t>
            </a:r>
          </a:p>
        </p:txBody>
      </p:sp>
      <p:sp>
        <p:nvSpPr>
          <p:cNvPr id="3" name="Takeaway bar">
            <a:extLst>
              <a:ext uri="{FF2B5EF4-FFF2-40B4-BE49-F238E27FC236}">
                <a16:creationId xmlns:a16="http://schemas.microsoft.com/office/drawing/2014/main" id="{5E9B1FFA-BD88-F9E9-59C9-C7AE0E13A901}"/>
              </a:ext>
            </a:extLst>
          </p:cNvPr>
          <p:cNvSpPr>
            <a:spLocks noGrp="1"/>
          </p:cNvSpPr>
          <p:nvPr>
            <p:ph type="body" sz="quarter" idx="15" hasCustomPrompt="1"/>
          </p:nvPr>
        </p:nvSpPr>
        <p:spPr>
          <a:xfrm>
            <a:off x="694944" y="5865760"/>
            <a:ext cx="10820399" cy="320088"/>
          </a:xfrm>
          <a:solidFill>
            <a:schemeClr val="accent1"/>
          </a:solidFill>
        </p:spPr>
        <p:txBody>
          <a:bodyPr vert="horz" wrap="square" lIns="621792" tIns="36576" rIns="621792" bIns="36576" rtlCol="0" anchor="b" anchorCtr="0">
            <a:spAutoFit/>
          </a:bodyPr>
          <a:lstStyle>
            <a:lvl1pPr marL="0" indent="0" algn="ctr" defTabSz="0">
              <a:lnSpc>
                <a:spcPct val="100000"/>
              </a:lnSpc>
              <a:spcBef>
                <a:spcPts val="0"/>
              </a:spcBef>
              <a:buFontTx/>
              <a:buNone/>
              <a:defRPr lang="en-US" sz="1600" b="1" dirty="0">
                <a:solidFill>
                  <a:schemeClr val="tx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Black. Bold. 16 pt. Centered. Sentence case.</a:t>
            </a:r>
          </a:p>
        </p:txBody>
      </p:sp>
      <p:sp>
        <p:nvSpPr>
          <p:cNvPr id="4" name="Slide number">
            <a:extLst>
              <a:ext uri="{FF2B5EF4-FFF2-40B4-BE49-F238E27FC236}">
                <a16:creationId xmlns:a16="http://schemas.microsoft.com/office/drawing/2014/main" id="{F757467A-1A0B-9CF2-835A-4919955834C2}"/>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
        <p:nvSpPr>
          <p:cNvPr id="5" name="Footer Placeholder 4">
            <a:extLst>
              <a:ext uri="{FF2B5EF4-FFF2-40B4-BE49-F238E27FC236}">
                <a16:creationId xmlns:a16="http://schemas.microsoft.com/office/drawing/2014/main" id="{AC329D32-0F02-D4E9-EACE-25F239ABD9F1}"/>
              </a:ext>
            </a:extLst>
          </p:cNvPr>
          <p:cNvSpPr>
            <a:spLocks noGrp="1"/>
          </p:cNvSpPr>
          <p:nvPr>
            <p:ph type="ftr" sz="quarter" idx="3"/>
            <p:custDataLst>
              <p:tags r:id="rId1"/>
            </p:custDataLst>
          </p:nvPr>
        </p:nvSpPr>
        <p:spPr>
          <a:xfrm>
            <a:off x="0" y="6356350"/>
            <a:ext cx="12192000" cy="365125"/>
          </a:xfrm>
          <a:prstGeom prst="rect">
            <a:avLst/>
          </a:prstGeom>
        </p:spPr>
        <p:txBody>
          <a:bodyPr vert="horz" lIns="91440" tIns="45720" rIns="91440" bIns="45720" rtlCol="0" anchor="ctr"/>
          <a:lstStyle>
            <a:lvl1pPr algn="ctr">
              <a:defRPr lang="en-US" sz="800">
                <a:solidFill>
                  <a:srgbClr val="000000"/>
                </a:solidFill>
              </a:defRPr>
            </a:lvl1pPr>
          </a:lstStyle>
          <a:p>
            <a:r>
              <a:rPr lang="en-US"/>
              <a:t>Raytheon Company - Approved for Public Disclosure</a:t>
            </a:r>
          </a:p>
        </p:txBody>
      </p:sp>
    </p:spTree>
    <p:extLst>
      <p:ext uri="{BB962C8B-B14F-4D97-AF65-F5344CB8AC3E}">
        <p14:creationId xmlns:p14="http://schemas.microsoft.com/office/powerpoint/2010/main" val="330167053"/>
      </p:ext>
    </p:extLst>
  </p:cSld>
  <p:clrMapOvr>
    <a:masterClrMapping/>
  </p:clrMapOvr>
  <p:extLst>
    <p:ext uri="{DCECCB84-F9BA-43D5-87BE-67443E8EF086}">
      <p15:sldGuideLst xmlns:p15="http://schemas.microsoft.com/office/powerpoint/2012/main">
        <p15:guide id="1" orient="horz" pos="1296"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17" name="Title 3">
            <a:extLst>
              <a:ext uri="{FF2B5EF4-FFF2-40B4-BE49-F238E27FC236}">
                <a16:creationId xmlns:a16="http://schemas.microsoft.com/office/drawing/2014/main" id="{1227C6EA-CADE-4772-BF2C-DF04CBDCF77B}"/>
              </a:ext>
            </a:extLst>
          </p:cNvPr>
          <p:cNvSpPr>
            <a:spLocks noGrp="1"/>
          </p:cNvSpPr>
          <p:nvPr>
            <p:ph type="title" hasCustomPrompt="1"/>
          </p:nvPr>
        </p:nvSpPr>
        <p:spPr>
          <a:xfrm>
            <a:off x="694944" y="466347"/>
            <a:ext cx="10811256" cy="676653"/>
          </a:xfrm>
        </p:spPr>
        <p:txBody>
          <a:bodyPr/>
          <a:lstStyle/>
          <a:p>
            <a:r>
              <a:rPr lang="en-US"/>
              <a:t>Title. 32 pt. black. Bold. Sentence case. Two lines max.</a:t>
            </a:r>
          </a:p>
        </p:txBody>
      </p:sp>
      <p:sp>
        <p:nvSpPr>
          <p:cNvPr id="14" name="Picture Placeholder 2">
            <a:extLst>
              <a:ext uri="{FF2B5EF4-FFF2-40B4-BE49-F238E27FC236}">
                <a16:creationId xmlns:a16="http://schemas.microsoft.com/office/drawing/2014/main" id="{579596A4-F56F-4ABC-8E75-4BE60F7ED857}"/>
              </a:ext>
            </a:extLst>
          </p:cNvPr>
          <p:cNvSpPr>
            <a:spLocks noGrp="1"/>
          </p:cNvSpPr>
          <p:nvPr>
            <p:ph type="pic" sz="quarter" idx="22" hasCustomPrompt="1"/>
          </p:nvPr>
        </p:nvSpPr>
        <p:spPr>
          <a:xfrm>
            <a:off x="685802" y="1358207"/>
            <a:ext cx="3409912" cy="1940443"/>
          </a:xfrm>
          <a:solidFill>
            <a:schemeClr val="accent2">
              <a:lumMod val="20000"/>
              <a:lumOff val="80000"/>
            </a:schemeClr>
          </a:solidFill>
        </p:spPr>
        <p:txBody>
          <a:bodyPr tIns="365760"/>
          <a:lstStyle>
            <a:lvl1pPr marL="0" indent="0" algn="ctr">
              <a:buNone/>
              <a:defRPr sz="1800"/>
            </a:lvl1pPr>
          </a:lstStyle>
          <a:p>
            <a:r>
              <a:rPr lang="en-US"/>
              <a:t>Click to insert photo</a:t>
            </a:r>
          </a:p>
        </p:txBody>
      </p:sp>
      <p:sp>
        <p:nvSpPr>
          <p:cNvPr id="15" name="Picture Placeholder 2">
            <a:extLst>
              <a:ext uri="{FF2B5EF4-FFF2-40B4-BE49-F238E27FC236}">
                <a16:creationId xmlns:a16="http://schemas.microsoft.com/office/drawing/2014/main" id="{082A4F2F-B507-4076-99BD-50A0D640D832}"/>
              </a:ext>
            </a:extLst>
          </p:cNvPr>
          <p:cNvSpPr>
            <a:spLocks noGrp="1"/>
          </p:cNvSpPr>
          <p:nvPr>
            <p:ph type="pic" sz="quarter" idx="23" hasCustomPrompt="1"/>
          </p:nvPr>
        </p:nvSpPr>
        <p:spPr>
          <a:xfrm>
            <a:off x="4372358" y="1358206"/>
            <a:ext cx="3429000" cy="1940444"/>
          </a:xfrm>
          <a:solidFill>
            <a:schemeClr val="accent2">
              <a:lumMod val="20000"/>
              <a:lumOff val="80000"/>
            </a:schemeClr>
          </a:solidFill>
        </p:spPr>
        <p:txBody>
          <a:bodyPr tIns="365760"/>
          <a:lstStyle>
            <a:lvl1pPr marL="0" indent="0" algn="ctr">
              <a:buNone/>
              <a:defRPr sz="1800" baseline="0"/>
            </a:lvl1pPr>
          </a:lstStyle>
          <a:p>
            <a:r>
              <a:rPr lang="en-US"/>
              <a:t>Click to insert photo</a:t>
            </a:r>
          </a:p>
        </p:txBody>
      </p:sp>
      <p:sp>
        <p:nvSpPr>
          <p:cNvPr id="25" name="Picture Placeholder 2">
            <a:extLst>
              <a:ext uri="{FF2B5EF4-FFF2-40B4-BE49-F238E27FC236}">
                <a16:creationId xmlns:a16="http://schemas.microsoft.com/office/drawing/2014/main" id="{D1CCE81E-2A1A-4C37-8FB9-A87A38D462E4}"/>
              </a:ext>
            </a:extLst>
          </p:cNvPr>
          <p:cNvSpPr>
            <a:spLocks noGrp="1"/>
          </p:cNvSpPr>
          <p:nvPr>
            <p:ph type="pic" sz="quarter" idx="24" hasCustomPrompt="1"/>
          </p:nvPr>
        </p:nvSpPr>
        <p:spPr>
          <a:xfrm>
            <a:off x="8068057" y="1358207"/>
            <a:ext cx="3438143" cy="1940443"/>
          </a:xfrm>
          <a:solidFill>
            <a:schemeClr val="accent2">
              <a:lumMod val="20000"/>
              <a:lumOff val="80000"/>
            </a:schemeClr>
          </a:solidFill>
        </p:spPr>
        <p:txBody>
          <a:bodyPr tIns="365760"/>
          <a:lstStyle>
            <a:lvl1pPr marL="0" indent="0" algn="ctr">
              <a:buNone/>
              <a:defRPr sz="1800" baseline="0"/>
            </a:lvl1pPr>
          </a:lstStyle>
          <a:p>
            <a:r>
              <a:rPr lang="en-US"/>
              <a:t>Click to insert photo</a:t>
            </a:r>
          </a:p>
        </p:txBody>
      </p:sp>
      <p:sp>
        <p:nvSpPr>
          <p:cNvPr id="28" name="Body 1">
            <a:extLst>
              <a:ext uri="{FF2B5EF4-FFF2-40B4-BE49-F238E27FC236}">
                <a16:creationId xmlns:a16="http://schemas.microsoft.com/office/drawing/2014/main" id="{06DFA2EB-3972-43A4-8F2F-1FA925C492C7}"/>
              </a:ext>
            </a:extLst>
          </p:cNvPr>
          <p:cNvSpPr>
            <a:spLocks noGrp="1"/>
          </p:cNvSpPr>
          <p:nvPr>
            <p:ph type="body" sz="quarter" idx="13" hasCustomPrompt="1"/>
          </p:nvPr>
        </p:nvSpPr>
        <p:spPr>
          <a:xfrm>
            <a:off x="704888" y="4103771"/>
            <a:ext cx="3409912" cy="1655644"/>
          </a:xfrm>
          <a:noFill/>
        </p:spPr>
        <p:txBody>
          <a:bodyPr rIns="182880"/>
          <a:lstStyle>
            <a:lvl1pPr marL="182880" marR="0" indent="-182880" algn="l" defTabSz="685800" rtl="0" eaLnBrk="1" fontAlgn="auto" latinLnBrk="0" hangingPunct="1">
              <a:lnSpc>
                <a:spcPct val="100000"/>
              </a:lnSpc>
              <a:spcBef>
                <a:spcPct val="0"/>
              </a:spcBef>
              <a:spcAft>
                <a:spcPts val="450"/>
              </a:spcAft>
              <a:buClrTx/>
              <a:buSzPct val="100000"/>
              <a:buFont typeface="Arial" panose="020B0604020202020204" pitchFamily="34" charset="0"/>
              <a:buChar char="•"/>
              <a:tabLst/>
              <a:defRPr lang="en-US" sz="1500" kern="1200" baseline="0" dirty="0">
                <a:solidFill>
                  <a:schemeClr val="tx1"/>
                </a:solidFill>
                <a:latin typeface="+mn-lt"/>
                <a:ea typeface="+mn-ea"/>
                <a:cs typeface="+mn-cs"/>
              </a:defRPr>
            </a:lvl1pPr>
            <a:lvl2pPr marL="505206" indent="-285750" algn="l" defTabSz="685800" rtl="0" eaLnBrk="1" latinLnBrk="0" hangingPunct="1">
              <a:lnSpc>
                <a:spcPct val="100000"/>
              </a:lnSpc>
              <a:spcBef>
                <a:spcPts val="0"/>
              </a:spcBef>
              <a:spcAft>
                <a:spcPts val="450"/>
              </a:spcAft>
              <a:buFont typeface="Arial" panose="020B0604020202020204" pitchFamily="34" charset="0"/>
              <a:defRPr lang="en-US" sz="1500" kern="1200" dirty="0">
                <a:solidFill>
                  <a:schemeClr val="tx1"/>
                </a:solidFill>
                <a:latin typeface="+mn-lt"/>
                <a:ea typeface="+mn-ea"/>
                <a:cs typeface="+mn-cs"/>
              </a:defRPr>
            </a:lvl2pPr>
            <a:lvl3pPr marL="688086" indent="-285750" algn="l" defTabSz="685800" rtl="0" eaLnBrk="1" latinLnBrk="0" hangingPunct="1">
              <a:lnSpc>
                <a:spcPct val="100000"/>
              </a:lnSpc>
              <a:spcBef>
                <a:spcPts val="0"/>
              </a:spcBef>
              <a:spcAft>
                <a:spcPts val="450"/>
              </a:spcAft>
              <a:buClrTx/>
              <a:buSzPct val="100000"/>
              <a:buFont typeface="Arial" panose="020B0604020202020204" pitchFamily="34" charset="0"/>
              <a:defRPr lang="en-US" sz="1500" kern="1200" dirty="0">
                <a:solidFill>
                  <a:schemeClr val="tx1"/>
                </a:solidFill>
                <a:latin typeface="+mn-lt"/>
                <a:ea typeface="+mn-ea"/>
                <a:cs typeface="+mn-cs"/>
              </a:defRPr>
            </a:lvl3pPr>
            <a:lvl4pPr marL="907542" indent="-285750" algn="l" defTabSz="685800" rtl="0" eaLnBrk="1" latinLnBrk="0" hangingPunct="1">
              <a:lnSpc>
                <a:spcPct val="100000"/>
              </a:lnSpc>
              <a:spcBef>
                <a:spcPts val="0"/>
              </a:spcBef>
              <a:spcAft>
                <a:spcPts val="450"/>
              </a:spcAft>
              <a:buFont typeface="Arial" panose="020B0604020202020204" pitchFamily="34" charset="0"/>
              <a:defRPr lang="en-US" sz="1500" kern="1200" dirty="0">
                <a:solidFill>
                  <a:schemeClr val="tx1"/>
                </a:solidFill>
                <a:latin typeface="+mn-lt"/>
                <a:ea typeface="+mn-ea"/>
                <a:cs typeface="+mn-cs"/>
              </a:defRPr>
            </a:lvl4pPr>
            <a:lvl5pPr marL="1126998" indent="-285750" algn="l" defTabSz="685800" rtl="0" eaLnBrk="1" latinLnBrk="0" hangingPunct="1">
              <a:lnSpc>
                <a:spcPct val="100000"/>
              </a:lnSpc>
              <a:spcBef>
                <a:spcPts val="0"/>
              </a:spcBef>
              <a:spcAft>
                <a:spcPts val="450"/>
              </a:spcAft>
              <a:buClrTx/>
              <a:buSzPct val="100000"/>
              <a:buFont typeface="Arial" panose="020B0604020202020204" pitchFamily="34" charset="0"/>
              <a:defRPr lang="en-US" sz="1500" kern="1200" dirty="0">
                <a:solidFill>
                  <a:schemeClr val="tx1"/>
                </a:solidFill>
                <a:latin typeface="+mn-lt"/>
                <a:ea typeface="+mn-ea"/>
                <a:cs typeface="+mn-cs"/>
              </a:defRPr>
            </a:lvl5pPr>
          </a:lstStyle>
          <a:p>
            <a:pPr marL="219456" lvl="0"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Main bullet. 15 pt. black.</a:t>
            </a:r>
          </a:p>
          <a:p>
            <a:pPr marL="438912" lvl="1"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Second level</a:t>
            </a:r>
          </a:p>
          <a:p>
            <a:pPr marL="621792" lvl="2"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Third level</a:t>
            </a:r>
          </a:p>
          <a:p>
            <a:pPr marL="841248" lvl="3"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Fourth level</a:t>
            </a:r>
          </a:p>
          <a:p>
            <a:pPr marL="1060704" lvl="4"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Fifth level</a:t>
            </a:r>
          </a:p>
        </p:txBody>
      </p:sp>
      <p:sp>
        <p:nvSpPr>
          <p:cNvPr id="29" name="Text Placeholder 2">
            <a:extLst>
              <a:ext uri="{FF2B5EF4-FFF2-40B4-BE49-F238E27FC236}">
                <a16:creationId xmlns:a16="http://schemas.microsoft.com/office/drawing/2014/main" id="{A13B8C43-B217-4065-899D-965ABB835B4A}"/>
              </a:ext>
            </a:extLst>
          </p:cNvPr>
          <p:cNvSpPr>
            <a:spLocks noGrp="1"/>
          </p:cNvSpPr>
          <p:nvPr>
            <p:ph type="body" sz="quarter" idx="21" hasCustomPrompt="1"/>
          </p:nvPr>
        </p:nvSpPr>
        <p:spPr>
          <a:xfrm>
            <a:off x="704888" y="3513856"/>
            <a:ext cx="3411017" cy="563231"/>
          </a:xfrm>
          <a:noFill/>
        </p:spPr>
        <p:txBody>
          <a:bodyPr vert="horz" wrap="square" lIns="0" tIns="0" rIns="0" bIns="91440" rtlCol="0">
            <a:spAutoFit/>
          </a:bodyPr>
          <a:lstStyle>
            <a:lvl1pPr marL="0" marR="0" indent="0" algn="l" defTabSz="6858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700" b="1" baseline="0">
                <a:latin typeface="+mj-lt"/>
              </a:defRPr>
            </a:lvl1pPr>
          </a:lstStyle>
          <a:p>
            <a:pPr marL="0" marR="0" lvl="0" indent="0" algn="l" defTabSz="6858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17 pt. black. Bold. Sentence case.</a:t>
            </a:r>
          </a:p>
        </p:txBody>
      </p:sp>
      <p:sp>
        <p:nvSpPr>
          <p:cNvPr id="30" name="Text Placeholder 2">
            <a:extLst>
              <a:ext uri="{FF2B5EF4-FFF2-40B4-BE49-F238E27FC236}">
                <a16:creationId xmlns:a16="http://schemas.microsoft.com/office/drawing/2014/main" id="{70241EE5-BE3E-4ACB-AA02-55AD1071CF53}"/>
              </a:ext>
            </a:extLst>
          </p:cNvPr>
          <p:cNvSpPr>
            <a:spLocks noGrp="1"/>
          </p:cNvSpPr>
          <p:nvPr>
            <p:ph type="body" sz="quarter" idx="26" hasCustomPrompt="1"/>
          </p:nvPr>
        </p:nvSpPr>
        <p:spPr>
          <a:xfrm>
            <a:off x="4371270" y="3513856"/>
            <a:ext cx="3449084" cy="563231"/>
          </a:xfrm>
          <a:noFill/>
        </p:spPr>
        <p:txBody>
          <a:bodyPr vert="horz" wrap="square" lIns="0" tIns="0" rIns="0" bIns="91440" rtlCol="0">
            <a:spAutoFit/>
          </a:bodyPr>
          <a:lstStyle>
            <a:lvl1pPr marL="0" marR="0" indent="0" algn="l" defTabSz="6858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700" b="1" baseline="0">
                <a:latin typeface="+mj-lt"/>
              </a:defRPr>
            </a:lvl1pPr>
          </a:lstStyle>
          <a:p>
            <a:pPr marL="0" marR="0" lvl="0" indent="0" algn="l" defTabSz="6858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17 pt. black. Bold. Sentence case.</a:t>
            </a:r>
          </a:p>
        </p:txBody>
      </p:sp>
      <p:sp>
        <p:nvSpPr>
          <p:cNvPr id="31" name="Text Placeholder 2">
            <a:extLst>
              <a:ext uri="{FF2B5EF4-FFF2-40B4-BE49-F238E27FC236}">
                <a16:creationId xmlns:a16="http://schemas.microsoft.com/office/drawing/2014/main" id="{6C421A00-BD57-46F3-A96E-EBA27534BF52}"/>
              </a:ext>
            </a:extLst>
          </p:cNvPr>
          <p:cNvSpPr>
            <a:spLocks noGrp="1"/>
          </p:cNvSpPr>
          <p:nvPr>
            <p:ph type="body" sz="quarter" idx="27" hasCustomPrompt="1"/>
          </p:nvPr>
        </p:nvSpPr>
        <p:spPr>
          <a:xfrm>
            <a:off x="8079811" y="3513856"/>
            <a:ext cx="3410355" cy="563231"/>
          </a:xfrm>
          <a:noFill/>
        </p:spPr>
        <p:txBody>
          <a:bodyPr vert="horz" wrap="square" lIns="0" tIns="0" rIns="0" bIns="91440" rtlCol="0">
            <a:spAutoFit/>
          </a:bodyPr>
          <a:lstStyle>
            <a:lvl1pPr marL="0" marR="0" indent="0" algn="l" defTabSz="6858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700" b="1" baseline="0">
                <a:latin typeface="+mj-lt"/>
              </a:defRPr>
            </a:lvl1pPr>
          </a:lstStyle>
          <a:p>
            <a:pPr marL="0" marR="0" lvl="0" indent="0" algn="l" defTabSz="6858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17 pt. black. Bold. Sentence case.</a:t>
            </a:r>
          </a:p>
        </p:txBody>
      </p:sp>
      <p:sp>
        <p:nvSpPr>
          <p:cNvPr id="2" name="Body 1">
            <a:extLst>
              <a:ext uri="{FF2B5EF4-FFF2-40B4-BE49-F238E27FC236}">
                <a16:creationId xmlns:a16="http://schemas.microsoft.com/office/drawing/2014/main" id="{D8C205A4-A491-3354-D436-AF9BF1F62EBD}"/>
              </a:ext>
            </a:extLst>
          </p:cNvPr>
          <p:cNvSpPr>
            <a:spLocks noGrp="1"/>
          </p:cNvSpPr>
          <p:nvPr>
            <p:ph type="body" sz="quarter" idx="28" hasCustomPrompt="1"/>
          </p:nvPr>
        </p:nvSpPr>
        <p:spPr>
          <a:xfrm>
            <a:off x="4381500" y="4103771"/>
            <a:ext cx="3409912" cy="1655644"/>
          </a:xfrm>
          <a:noFill/>
        </p:spPr>
        <p:txBody>
          <a:bodyPr rIns="182880"/>
          <a:lstStyle>
            <a:lvl1pPr marL="182880" marR="0" indent="-182880" algn="l" defTabSz="685800" rtl="0" eaLnBrk="1" fontAlgn="auto" latinLnBrk="0" hangingPunct="1">
              <a:lnSpc>
                <a:spcPct val="100000"/>
              </a:lnSpc>
              <a:spcBef>
                <a:spcPct val="0"/>
              </a:spcBef>
              <a:spcAft>
                <a:spcPts val="450"/>
              </a:spcAft>
              <a:buClrTx/>
              <a:buSzPct val="100000"/>
              <a:buFont typeface="Arial" panose="020B0604020202020204" pitchFamily="34" charset="0"/>
              <a:buChar char="•"/>
              <a:tabLst/>
              <a:defRPr lang="en-US" sz="1500" kern="1200" baseline="0" dirty="0">
                <a:solidFill>
                  <a:schemeClr val="tx1"/>
                </a:solidFill>
                <a:latin typeface="+mn-lt"/>
                <a:ea typeface="+mn-ea"/>
                <a:cs typeface="+mn-cs"/>
              </a:defRPr>
            </a:lvl1pPr>
            <a:lvl2pPr marL="505206" indent="-285750" algn="l" defTabSz="685800" rtl="0" eaLnBrk="1" latinLnBrk="0" hangingPunct="1">
              <a:lnSpc>
                <a:spcPct val="100000"/>
              </a:lnSpc>
              <a:spcBef>
                <a:spcPts val="0"/>
              </a:spcBef>
              <a:spcAft>
                <a:spcPts val="450"/>
              </a:spcAft>
              <a:buFont typeface="Arial" panose="020B0604020202020204" pitchFamily="34" charset="0"/>
              <a:defRPr lang="en-US" sz="1500" kern="1200" dirty="0">
                <a:solidFill>
                  <a:schemeClr val="tx1"/>
                </a:solidFill>
                <a:latin typeface="+mn-lt"/>
                <a:ea typeface="+mn-ea"/>
                <a:cs typeface="+mn-cs"/>
              </a:defRPr>
            </a:lvl2pPr>
            <a:lvl3pPr marL="688086" indent="-285750" algn="l" defTabSz="685800" rtl="0" eaLnBrk="1" latinLnBrk="0" hangingPunct="1">
              <a:lnSpc>
                <a:spcPct val="100000"/>
              </a:lnSpc>
              <a:spcBef>
                <a:spcPts val="0"/>
              </a:spcBef>
              <a:spcAft>
                <a:spcPts val="450"/>
              </a:spcAft>
              <a:buClrTx/>
              <a:buSzPct val="100000"/>
              <a:buFont typeface="Arial" panose="020B0604020202020204" pitchFamily="34" charset="0"/>
              <a:defRPr lang="en-US" sz="1500" kern="1200" dirty="0">
                <a:solidFill>
                  <a:schemeClr val="tx1"/>
                </a:solidFill>
                <a:latin typeface="+mn-lt"/>
                <a:ea typeface="+mn-ea"/>
                <a:cs typeface="+mn-cs"/>
              </a:defRPr>
            </a:lvl3pPr>
            <a:lvl4pPr marL="907542" indent="-285750" algn="l" defTabSz="685800" rtl="0" eaLnBrk="1" latinLnBrk="0" hangingPunct="1">
              <a:lnSpc>
                <a:spcPct val="100000"/>
              </a:lnSpc>
              <a:spcBef>
                <a:spcPts val="0"/>
              </a:spcBef>
              <a:spcAft>
                <a:spcPts val="450"/>
              </a:spcAft>
              <a:buFont typeface="Arial" panose="020B0604020202020204" pitchFamily="34" charset="0"/>
              <a:defRPr lang="en-US" sz="1500" kern="1200" dirty="0">
                <a:solidFill>
                  <a:schemeClr val="tx1"/>
                </a:solidFill>
                <a:latin typeface="+mn-lt"/>
                <a:ea typeface="+mn-ea"/>
                <a:cs typeface="+mn-cs"/>
              </a:defRPr>
            </a:lvl4pPr>
            <a:lvl5pPr marL="1126998" indent="-285750" algn="l" defTabSz="685800" rtl="0" eaLnBrk="1" latinLnBrk="0" hangingPunct="1">
              <a:lnSpc>
                <a:spcPct val="100000"/>
              </a:lnSpc>
              <a:spcBef>
                <a:spcPts val="0"/>
              </a:spcBef>
              <a:spcAft>
                <a:spcPts val="450"/>
              </a:spcAft>
              <a:buClrTx/>
              <a:buSzPct val="100000"/>
              <a:buFont typeface="Arial" panose="020B0604020202020204" pitchFamily="34" charset="0"/>
              <a:defRPr lang="en-US" sz="1500" kern="1200" dirty="0">
                <a:solidFill>
                  <a:schemeClr val="tx1"/>
                </a:solidFill>
                <a:latin typeface="+mn-lt"/>
                <a:ea typeface="+mn-ea"/>
                <a:cs typeface="+mn-cs"/>
              </a:defRPr>
            </a:lvl5pPr>
          </a:lstStyle>
          <a:p>
            <a:pPr marL="219456" lvl="0"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Main bullet. 15 pt. black.</a:t>
            </a:r>
          </a:p>
          <a:p>
            <a:pPr marL="438912" lvl="1"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Second level</a:t>
            </a:r>
          </a:p>
          <a:p>
            <a:pPr marL="621792" lvl="2"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Third level</a:t>
            </a:r>
          </a:p>
          <a:p>
            <a:pPr marL="841248" lvl="3"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Fourth level</a:t>
            </a:r>
          </a:p>
          <a:p>
            <a:pPr marL="1060704" lvl="4"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Fifth level</a:t>
            </a:r>
          </a:p>
        </p:txBody>
      </p:sp>
      <p:sp>
        <p:nvSpPr>
          <p:cNvPr id="3" name="Body 1">
            <a:extLst>
              <a:ext uri="{FF2B5EF4-FFF2-40B4-BE49-F238E27FC236}">
                <a16:creationId xmlns:a16="http://schemas.microsoft.com/office/drawing/2014/main" id="{FB9FA8DA-D277-339F-4985-9623F740A897}"/>
              </a:ext>
            </a:extLst>
          </p:cNvPr>
          <p:cNvSpPr>
            <a:spLocks noGrp="1"/>
          </p:cNvSpPr>
          <p:nvPr>
            <p:ph type="body" sz="quarter" idx="29" hasCustomPrompt="1"/>
          </p:nvPr>
        </p:nvSpPr>
        <p:spPr>
          <a:xfrm>
            <a:off x="8085949" y="4103771"/>
            <a:ext cx="3409912" cy="1655644"/>
          </a:xfrm>
          <a:noFill/>
        </p:spPr>
        <p:txBody>
          <a:bodyPr rIns="182880"/>
          <a:lstStyle>
            <a:lvl1pPr marL="182880" marR="0" indent="-182880" algn="l" defTabSz="685800" rtl="0" eaLnBrk="1" fontAlgn="auto" latinLnBrk="0" hangingPunct="1">
              <a:lnSpc>
                <a:spcPct val="100000"/>
              </a:lnSpc>
              <a:spcBef>
                <a:spcPct val="0"/>
              </a:spcBef>
              <a:spcAft>
                <a:spcPts val="450"/>
              </a:spcAft>
              <a:buClrTx/>
              <a:buSzPct val="100000"/>
              <a:buFont typeface="Arial" panose="020B0604020202020204" pitchFamily="34" charset="0"/>
              <a:buChar char="•"/>
              <a:tabLst/>
              <a:defRPr lang="en-US" sz="1500" kern="1200" baseline="0" dirty="0">
                <a:solidFill>
                  <a:schemeClr val="tx1"/>
                </a:solidFill>
                <a:latin typeface="+mn-lt"/>
                <a:ea typeface="+mn-ea"/>
                <a:cs typeface="+mn-cs"/>
              </a:defRPr>
            </a:lvl1pPr>
            <a:lvl2pPr marL="505206" indent="-285750" algn="l" defTabSz="685800" rtl="0" eaLnBrk="1" latinLnBrk="0" hangingPunct="1">
              <a:lnSpc>
                <a:spcPct val="100000"/>
              </a:lnSpc>
              <a:spcBef>
                <a:spcPts val="0"/>
              </a:spcBef>
              <a:spcAft>
                <a:spcPts val="450"/>
              </a:spcAft>
              <a:buFont typeface="Arial" panose="020B0604020202020204" pitchFamily="34" charset="0"/>
              <a:defRPr lang="en-US" sz="1500" kern="1200" dirty="0">
                <a:solidFill>
                  <a:schemeClr val="tx1"/>
                </a:solidFill>
                <a:latin typeface="+mn-lt"/>
                <a:ea typeface="+mn-ea"/>
                <a:cs typeface="+mn-cs"/>
              </a:defRPr>
            </a:lvl2pPr>
            <a:lvl3pPr marL="688086" indent="-285750" algn="l" defTabSz="685800" rtl="0" eaLnBrk="1" latinLnBrk="0" hangingPunct="1">
              <a:lnSpc>
                <a:spcPct val="100000"/>
              </a:lnSpc>
              <a:spcBef>
                <a:spcPts val="0"/>
              </a:spcBef>
              <a:spcAft>
                <a:spcPts val="450"/>
              </a:spcAft>
              <a:buClrTx/>
              <a:buSzPct val="100000"/>
              <a:buFont typeface="Arial" panose="020B0604020202020204" pitchFamily="34" charset="0"/>
              <a:defRPr lang="en-US" sz="1500" kern="1200" dirty="0">
                <a:solidFill>
                  <a:schemeClr val="tx1"/>
                </a:solidFill>
                <a:latin typeface="+mn-lt"/>
                <a:ea typeface="+mn-ea"/>
                <a:cs typeface="+mn-cs"/>
              </a:defRPr>
            </a:lvl3pPr>
            <a:lvl4pPr marL="907542" indent="-285750" algn="l" defTabSz="685800" rtl="0" eaLnBrk="1" latinLnBrk="0" hangingPunct="1">
              <a:lnSpc>
                <a:spcPct val="100000"/>
              </a:lnSpc>
              <a:spcBef>
                <a:spcPts val="0"/>
              </a:spcBef>
              <a:spcAft>
                <a:spcPts val="450"/>
              </a:spcAft>
              <a:buFont typeface="Arial" panose="020B0604020202020204" pitchFamily="34" charset="0"/>
              <a:defRPr lang="en-US" sz="1500" kern="1200" dirty="0">
                <a:solidFill>
                  <a:schemeClr val="tx1"/>
                </a:solidFill>
                <a:latin typeface="+mn-lt"/>
                <a:ea typeface="+mn-ea"/>
                <a:cs typeface="+mn-cs"/>
              </a:defRPr>
            </a:lvl4pPr>
            <a:lvl5pPr marL="1126998" indent="-285750" algn="l" defTabSz="685800" rtl="0" eaLnBrk="1" latinLnBrk="0" hangingPunct="1">
              <a:lnSpc>
                <a:spcPct val="100000"/>
              </a:lnSpc>
              <a:spcBef>
                <a:spcPts val="0"/>
              </a:spcBef>
              <a:spcAft>
                <a:spcPts val="450"/>
              </a:spcAft>
              <a:buClrTx/>
              <a:buSzPct val="100000"/>
              <a:buFont typeface="Arial" panose="020B0604020202020204" pitchFamily="34" charset="0"/>
              <a:defRPr lang="en-US" sz="1500" kern="1200" dirty="0">
                <a:solidFill>
                  <a:schemeClr val="tx1"/>
                </a:solidFill>
                <a:latin typeface="+mn-lt"/>
                <a:ea typeface="+mn-ea"/>
                <a:cs typeface="+mn-cs"/>
              </a:defRPr>
            </a:lvl5pPr>
          </a:lstStyle>
          <a:p>
            <a:pPr marL="219456" lvl="0"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Main bullet. 15 pt. black.</a:t>
            </a:r>
          </a:p>
          <a:p>
            <a:pPr marL="438912" lvl="1"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Second level</a:t>
            </a:r>
          </a:p>
          <a:p>
            <a:pPr marL="621792" lvl="2"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Third level</a:t>
            </a:r>
          </a:p>
          <a:p>
            <a:pPr marL="841248" lvl="3"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Fourth level</a:t>
            </a:r>
          </a:p>
          <a:p>
            <a:pPr marL="1060704" lvl="4" indent="-219456" algn="l" defTabSz="914400" rtl="0" eaLnBrk="1" latinLnBrk="0" hangingPunct="1">
              <a:lnSpc>
                <a:spcPct val="100000"/>
              </a:lnSpc>
              <a:spcBef>
                <a:spcPts val="0"/>
              </a:spcBef>
              <a:spcAft>
                <a:spcPts val="600"/>
              </a:spcAft>
              <a:buClrTx/>
              <a:buSzPct val="100000"/>
              <a:buFont typeface="Arial" panose="020B0604020202020204" pitchFamily="34" charset="0"/>
              <a:buChar char="•"/>
            </a:pPr>
            <a:r>
              <a:rPr lang="en-US"/>
              <a:t>Fifth level</a:t>
            </a:r>
          </a:p>
        </p:txBody>
      </p:sp>
      <p:sp>
        <p:nvSpPr>
          <p:cNvPr id="4" name="Takeaway bar">
            <a:extLst>
              <a:ext uri="{FF2B5EF4-FFF2-40B4-BE49-F238E27FC236}">
                <a16:creationId xmlns:a16="http://schemas.microsoft.com/office/drawing/2014/main" id="{F1C626FD-9651-7619-B6B8-C33DB71F60D0}"/>
              </a:ext>
            </a:extLst>
          </p:cNvPr>
          <p:cNvSpPr>
            <a:spLocks noGrp="1"/>
          </p:cNvSpPr>
          <p:nvPr>
            <p:ph type="body" sz="quarter" idx="15" hasCustomPrompt="1"/>
          </p:nvPr>
        </p:nvSpPr>
        <p:spPr>
          <a:xfrm>
            <a:off x="694944" y="5865760"/>
            <a:ext cx="10820399" cy="320088"/>
          </a:xfrm>
          <a:solidFill>
            <a:schemeClr val="accent1"/>
          </a:solidFill>
        </p:spPr>
        <p:txBody>
          <a:bodyPr vert="horz" wrap="square" lIns="621792" tIns="36576" rIns="621792" bIns="36576" rtlCol="0" anchor="b" anchorCtr="0">
            <a:spAutoFit/>
          </a:bodyPr>
          <a:lstStyle>
            <a:lvl1pPr marL="0" indent="0" algn="ctr" defTabSz="0">
              <a:lnSpc>
                <a:spcPct val="100000"/>
              </a:lnSpc>
              <a:spcBef>
                <a:spcPts val="0"/>
              </a:spcBef>
              <a:buFontTx/>
              <a:buNone/>
              <a:defRPr lang="en-US" sz="1600" b="1" dirty="0">
                <a:solidFill>
                  <a:schemeClr val="tx1"/>
                </a:solidFill>
                <a:latin typeface="Arial" panose="020B0604020202020204" pitchFamily="34" charset="0"/>
                <a:ea typeface="+mj-ea"/>
                <a:cs typeface="Arial" panose="020B0604020202020204" pitchFamily="34" charset="0"/>
              </a:defRPr>
            </a:lvl1pPr>
          </a:lstStyle>
          <a:p>
            <a:pPr marL="0" lvl="0" indent="0" algn="ctr">
              <a:buNone/>
            </a:pPr>
            <a:r>
              <a:rPr lang="en-US"/>
              <a:t>Optional takeaway bar. Black. Bold. 16 pt. Centered. Sentence case.</a:t>
            </a:r>
          </a:p>
        </p:txBody>
      </p:sp>
      <p:sp>
        <p:nvSpPr>
          <p:cNvPr id="5" name="Slide number">
            <a:extLst>
              <a:ext uri="{FF2B5EF4-FFF2-40B4-BE49-F238E27FC236}">
                <a16:creationId xmlns:a16="http://schemas.microsoft.com/office/drawing/2014/main" id="{8A8EF709-B2B3-FDC4-BEA0-3E79EE4FFD43}"/>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
        <p:nvSpPr>
          <p:cNvPr id="6" name="Footer Placeholder 4">
            <a:extLst>
              <a:ext uri="{FF2B5EF4-FFF2-40B4-BE49-F238E27FC236}">
                <a16:creationId xmlns:a16="http://schemas.microsoft.com/office/drawing/2014/main" id="{22B96E76-BD74-5B34-0404-8247D0BC3FE9}"/>
              </a:ext>
            </a:extLst>
          </p:cNvPr>
          <p:cNvSpPr>
            <a:spLocks noGrp="1"/>
          </p:cNvSpPr>
          <p:nvPr>
            <p:ph type="ftr" sz="quarter" idx="3"/>
            <p:custDataLst>
              <p:tags r:id="rId1"/>
            </p:custDataLst>
          </p:nvPr>
        </p:nvSpPr>
        <p:spPr>
          <a:xfrm>
            <a:off x="0" y="6356350"/>
            <a:ext cx="12192000" cy="365125"/>
          </a:xfrm>
          <a:prstGeom prst="rect">
            <a:avLst/>
          </a:prstGeom>
        </p:spPr>
        <p:txBody>
          <a:bodyPr vert="horz" lIns="91440" tIns="45720" rIns="91440" bIns="45720" rtlCol="0" anchor="ctr"/>
          <a:lstStyle>
            <a:lvl1pPr algn="ctr">
              <a:defRPr lang="en-US" sz="800">
                <a:solidFill>
                  <a:srgbClr val="000000"/>
                </a:solidFill>
              </a:defRPr>
            </a:lvl1pPr>
          </a:lstStyle>
          <a:p>
            <a:r>
              <a:rPr lang="en-US"/>
              <a:t>Raytheon Company - Approved for Public Disclosure</a:t>
            </a:r>
          </a:p>
        </p:txBody>
      </p:sp>
    </p:spTree>
    <p:extLst>
      <p:ext uri="{BB962C8B-B14F-4D97-AF65-F5344CB8AC3E}">
        <p14:creationId xmlns:p14="http://schemas.microsoft.com/office/powerpoint/2010/main" val="3959176817"/>
      </p:ext>
    </p:extLst>
  </p:cSld>
  <p:clrMapOvr>
    <a:masterClrMapping/>
  </p:clrMapOvr>
  <p:extLst>
    <p:ext uri="{DCECCB84-F9BA-43D5-87BE-67443E8EF086}">
      <p15:sldGuideLst xmlns:p15="http://schemas.microsoft.com/office/powerpoint/2012/main">
        <p15:guide id="1" orient="horz" pos="129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EFDC8-E122-1EC2-9FE2-94A714548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50FDCE-65D2-BB57-786A-9C82006586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1865E9-00D1-7E71-D26C-E75315735F40}"/>
              </a:ext>
            </a:extLst>
          </p:cNvPr>
          <p:cNvSpPr>
            <a:spLocks noGrp="1"/>
          </p:cNvSpPr>
          <p:nvPr>
            <p:ph type="dt" sz="half" idx="10"/>
          </p:nvPr>
        </p:nvSpPr>
        <p:spPr/>
        <p:txBody>
          <a:bodyPr/>
          <a:lstStyle/>
          <a:p>
            <a:fld id="{7230B543-D6E4-4EDE-84BA-4DF04D637F2E}" type="datetimeFigureOut">
              <a:rPr lang="en-US" smtClean="0"/>
              <a:t>4/22/2026</a:t>
            </a:fld>
            <a:endParaRPr lang="en-US"/>
          </a:p>
        </p:txBody>
      </p:sp>
      <p:sp>
        <p:nvSpPr>
          <p:cNvPr id="5" name="Footer Placeholder 4">
            <a:extLst>
              <a:ext uri="{FF2B5EF4-FFF2-40B4-BE49-F238E27FC236}">
                <a16:creationId xmlns:a16="http://schemas.microsoft.com/office/drawing/2014/main" id="{7582490F-B33C-4285-936F-DE2AC9C4443B}"/>
              </a:ext>
            </a:extLst>
          </p:cNvPr>
          <p:cNvSpPr>
            <a:spLocks noGrp="1"/>
          </p:cNvSpPr>
          <p:nvPr>
            <p:ph type="ftr" sz="quarter" idx="11"/>
            <p:custDataLst>
              <p:tags r:id="rId1"/>
            </p:custDataLst>
          </p:nvPr>
        </p:nvSpPr>
        <p:spPr/>
        <p:txBody>
          <a:bodyPr/>
          <a:lstStyle>
            <a:lvl1pPr>
              <a:defRPr sz="800">
                <a:solidFill>
                  <a:srgbClr val="000000"/>
                </a:solidFill>
              </a:defRPr>
            </a:lvl1pPr>
          </a:lstStyle>
          <a:p>
            <a:r>
              <a:rPr lang="en-US"/>
              <a:t>Raytheon Company - Approved for Public Disclosure</a:t>
            </a:r>
          </a:p>
        </p:txBody>
      </p:sp>
      <p:sp>
        <p:nvSpPr>
          <p:cNvPr id="6" name="Slide Number Placeholder 5">
            <a:extLst>
              <a:ext uri="{FF2B5EF4-FFF2-40B4-BE49-F238E27FC236}">
                <a16:creationId xmlns:a16="http://schemas.microsoft.com/office/drawing/2014/main" id="{BEA6C6AF-398C-FEC4-9737-C9A82EA11492}"/>
              </a:ext>
            </a:extLst>
          </p:cNvPr>
          <p:cNvSpPr>
            <a:spLocks noGrp="1"/>
          </p:cNvSpPr>
          <p:nvPr>
            <p:ph type="sldNum" sz="quarter" idx="12"/>
          </p:nvPr>
        </p:nvSpPr>
        <p:spPr/>
        <p:txBody>
          <a:bodyPr/>
          <a:lstStyle/>
          <a:p>
            <a:fld id="{6A873561-0C50-4511-BBAF-05D5EA8676D3}" type="slidenum">
              <a:rPr lang="en-US" smtClean="0"/>
              <a:t>‹#›</a:t>
            </a:fld>
            <a:endParaRPr lang="en-US"/>
          </a:p>
        </p:txBody>
      </p:sp>
    </p:spTree>
    <p:extLst>
      <p:ext uri="{BB962C8B-B14F-4D97-AF65-F5344CB8AC3E}">
        <p14:creationId xmlns:p14="http://schemas.microsoft.com/office/powerpoint/2010/main" val="3770801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p:spTree>
      <p:nvGrpSpPr>
        <p:cNvPr id="1" name=""/>
        <p:cNvGrpSpPr/>
        <p:nvPr/>
      </p:nvGrpSpPr>
      <p:grpSpPr>
        <a:xfrm>
          <a:off x="0" y="0"/>
          <a:ext cx="0" cy="0"/>
          <a:chOff x="0" y="0"/>
          <a:chExt cx="0" cy="0"/>
        </a:xfrm>
      </p:grpSpPr>
      <p:sp>
        <p:nvSpPr>
          <p:cNvPr id="9" name="Picture Placeholder 5"/>
          <p:cNvSpPr>
            <a:spLocks noGrp="1"/>
          </p:cNvSpPr>
          <p:nvPr>
            <p:ph type="pic" sz="quarter" idx="16" hasCustomPrompt="1"/>
          </p:nvPr>
        </p:nvSpPr>
        <p:spPr>
          <a:xfrm>
            <a:off x="0" y="0"/>
            <a:ext cx="12192001" cy="6172200"/>
          </a:xfrm>
          <a:solidFill>
            <a:schemeClr val="accent2">
              <a:lumMod val="20000"/>
              <a:lumOff val="80000"/>
            </a:schemeClr>
          </a:solidFill>
        </p:spPr>
        <p:txBody>
          <a:bodyPr tIns="548640"/>
          <a:lstStyle>
            <a:lvl1pPr algn="ctr">
              <a:defRPr b="0" baseline="0"/>
            </a:lvl1pPr>
          </a:lstStyle>
          <a:p>
            <a:r>
              <a:rPr lang="en-US"/>
              <a:t>Click to insert photo</a:t>
            </a:r>
          </a:p>
        </p:txBody>
      </p:sp>
      <p:sp>
        <p:nvSpPr>
          <p:cNvPr id="14" name="Section title"/>
          <p:cNvSpPr>
            <a:spLocks noGrp="1"/>
          </p:cNvSpPr>
          <p:nvPr>
            <p:ph type="title" hasCustomPrompt="1"/>
          </p:nvPr>
        </p:nvSpPr>
        <p:spPr>
          <a:xfrm>
            <a:off x="694944" y="2057400"/>
            <a:ext cx="8944356" cy="2057400"/>
          </a:xfrm>
          <a:noFill/>
        </p:spPr>
        <p:txBody>
          <a:bodyPr vert="horz" wrap="square" lIns="0" tIns="0" rIns="0" bIns="0" rtlCol="0" anchor="ctr" anchorCtr="0">
            <a:noAutofit/>
          </a:bodyPr>
          <a:lstStyle>
            <a:lvl1pPr>
              <a:defRPr lang="en-US" baseline="0" dirty="0">
                <a:latin typeface="+mj-lt"/>
                <a:ea typeface="+mn-ea"/>
                <a:cs typeface="Arial" panose="020B0604020202020204" pitchFamily="34" charset="0"/>
              </a:defRPr>
            </a:lvl1pPr>
          </a:lstStyle>
          <a:p>
            <a:pPr marL="0" lvl="0">
              <a:spcBef>
                <a:spcPts val="1000"/>
              </a:spcBef>
              <a:buSzPct val="115000"/>
              <a:buFont typeface="Arial" panose="020B0604020202020204" pitchFamily="34" charset="0"/>
            </a:pPr>
            <a:r>
              <a:rPr lang="en-US"/>
              <a:t>Section title. 55 pt. black. Bold. Sentence case. </a:t>
            </a:r>
          </a:p>
        </p:txBody>
      </p:sp>
      <p:sp>
        <p:nvSpPr>
          <p:cNvPr id="2" name="Slide number">
            <a:extLst>
              <a:ext uri="{FF2B5EF4-FFF2-40B4-BE49-F238E27FC236}">
                <a16:creationId xmlns:a16="http://schemas.microsoft.com/office/drawing/2014/main" id="{43233DA6-3194-CB55-7993-3414CBEB300F}"/>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
        <p:nvSpPr>
          <p:cNvPr id="3" name="Footer Placeholder 4">
            <a:extLst>
              <a:ext uri="{FF2B5EF4-FFF2-40B4-BE49-F238E27FC236}">
                <a16:creationId xmlns:a16="http://schemas.microsoft.com/office/drawing/2014/main" id="{887A94AD-D92F-6979-D0A5-00AE4C80AEE6}"/>
              </a:ext>
            </a:extLst>
          </p:cNvPr>
          <p:cNvSpPr>
            <a:spLocks noGrp="1"/>
          </p:cNvSpPr>
          <p:nvPr>
            <p:ph type="ftr" sz="quarter" idx="3"/>
            <p:custDataLst>
              <p:tags r:id="rId1"/>
            </p:custDataLst>
          </p:nvPr>
        </p:nvSpPr>
        <p:spPr>
          <a:xfrm>
            <a:off x="0" y="6356350"/>
            <a:ext cx="12192000" cy="365125"/>
          </a:xfrm>
          <a:prstGeom prst="rect">
            <a:avLst/>
          </a:prstGeom>
        </p:spPr>
        <p:txBody>
          <a:bodyPr vert="horz" lIns="91440" tIns="45720" rIns="91440" bIns="45720" rtlCol="0" anchor="ctr"/>
          <a:lstStyle>
            <a:lvl1pPr algn="ctr">
              <a:defRPr lang="en-US" sz="800">
                <a:solidFill>
                  <a:srgbClr val="000000"/>
                </a:solidFill>
              </a:defRPr>
            </a:lvl1pPr>
          </a:lstStyle>
          <a:p>
            <a:r>
              <a:rPr lang="en-US"/>
              <a:t>Raytheon Company - Approved for Public Disclosure</a:t>
            </a:r>
          </a:p>
        </p:txBody>
      </p:sp>
    </p:spTree>
    <p:extLst>
      <p:ext uri="{BB962C8B-B14F-4D97-AF65-F5344CB8AC3E}">
        <p14:creationId xmlns:p14="http://schemas.microsoft.com/office/powerpoint/2010/main" val="333385202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14" name="Section title"/>
          <p:cNvSpPr>
            <a:spLocks noGrp="1"/>
          </p:cNvSpPr>
          <p:nvPr userDrawn="1">
            <p:ph type="title" hasCustomPrompt="1"/>
          </p:nvPr>
        </p:nvSpPr>
        <p:spPr>
          <a:xfrm>
            <a:off x="685800" y="2057399"/>
            <a:ext cx="7139619" cy="2769781"/>
          </a:xfrm>
          <a:noFill/>
        </p:spPr>
        <p:txBody>
          <a:bodyPr vert="horz" wrap="square" lIns="0" tIns="0" rIns="0" bIns="0" rtlCol="0" anchor="t" anchorCtr="0">
            <a:noAutofit/>
          </a:bodyPr>
          <a:lstStyle>
            <a:lvl1pPr>
              <a:defRPr lang="en-US" baseline="0" dirty="0">
                <a:latin typeface="+mj-lt"/>
                <a:ea typeface="+mn-ea"/>
                <a:cs typeface="Arial" panose="020B0604020202020204" pitchFamily="34" charset="0"/>
              </a:defRPr>
            </a:lvl1pPr>
          </a:lstStyle>
          <a:p>
            <a:pPr marL="0" lvl="0">
              <a:spcBef>
                <a:spcPts val="1000"/>
              </a:spcBef>
              <a:buSzPct val="115000"/>
              <a:buFont typeface="Arial" panose="020B0604020202020204" pitchFamily="34" charset="0"/>
            </a:pPr>
            <a:r>
              <a:rPr lang="en-US"/>
              <a:t>Section title. 55 pt. black. Bold. Sentence case. </a:t>
            </a:r>
          </a:p>
        </p:txBody>
      </p:sp>
      <p:sp>
        <p:nvSpPr>
          <p:cNvPr id="15" name="Presenters"/>
          <p:cNvSpPr>
            <a:spLocks noGrp="1"/>
          </p:cNvSpPr>
          <p:nvPr userDrawn="1">
            <p:ph type="body" sz="quarter" idx="13" hasCustomPrompt="1"/>
          </p:nvPr>
        </p:nvSpPr>
        <p:spPr>
          <a:xfrm>
            <a:off x="670881" y="1451343"/>
            <a:ext cx="7139619" cy="356191"/>
          </a:xfrm>
          <a:noFill/>
        </p:spPr>
        <p:txBody>
          <a:bodyPr vert="horz" lIns="0" tIns="0" rIns="0" bIns="0" rtlCol="0" anchor="b" anchorCtr="0">
            <a:noAutofit/>
          </a:bodyPr>
          <a:lstStyle>
            <a:lvl1pPr marL="0" marR="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lang="en-US" sz="1600" b="1" baseline="0">
                <a:solidFill>
                  <a:schemeClr val="accent3"/>
                </a:solidFill>
              </a:defRPr>
            </a:lvl1pPr>
          </a:lstStyle>
          <a:p>
            <a:pPr marL="0" marR="0" lvl="0" indent="0" algn="l" defTabSz="914400" rtl="0" eaLnBrk="1" fontAlgn="auto" latinLnBrk="0" hangingPunct="1">
              <a:lnSpc>
                <a:spcPct val="90000"/>
              </a:lnSpc>
              <a:spcBef>
                <a:spcPts val="0"/>
              </a:spcBef>
              <a:spcAft>
                <a:spcPts val="0"/>
              </a:spcAft>
              <a:buClrTx/>
              <a:buSzPct val="115000"/>
              <a:buFont typeface="Arial" panose="020B0604020202020204" pitchFamily="34" charset="0"/>
              <a:buNone/>
              <a:tabLst/>
              <a:defRPr/>
            </a:pPr>
            <a:r>
              <a:rPr lang="en-US"/>
              <a:t>Subhead 16 pt. Gray. Sentence case.</a:t>
            </a:r>
          </a:p>
        </p:txBody>
      </p:sp>
      <p:pic>
        <p:nvPicPr>
          <p:cNvPr id="3" name="Picture 2" descr="A picture containing background pattern&#10;&#10;Description automatically generated">
            <a:extLst>
              <a:ext uri="{FF2B5EF4-FFF2-40B4-BE49-F238E27FC236}">
                <a16:creationId xmlns:a16="http://schemas.microsoft.com/office/drawing/2014/main" id="{2F658D7A-B710-3A1F-85B6-EA22382CEB62}"/>
              </a:ext>
            </a:extLst>
          </p:cNvPr>
          <p:cNvPicPr>
            <a:picLocks noChangeAspect="1"/>
          </p:cNvPicPr>
          <p:nvPr userDrawn="1"/>
        </p:nvPicPr>
        <p:blipFill>
          <a:blip r:embed="rId3"/>
          <a:stretch>
            <a:fillRect/>
          </a:stretch>
        </p:blipFill>
        <p:spPr>
          <a:xfrm rot="16200000" flipV="1">
            <a:off x="7004211" y="1671980"/>
            <a:ext cx="5747158" cy="3253280"/>
          </a:xfrm>
          <a:prstGeom prst="rect">
            <a:avLst/>
          </a:prstGeom>
        </p:spPr>
      </p:pic>
      <p:sp>
        <p:nvSpPr>
          <p:cNvPr id="4" name="Slide number">
            <a:extLst>
              <a:ext uri="{FF2B5EF4-FFF2-40B4-BE49-F238E27FC236}">
                <a16:creationId xmlns:a16="http://schemas.microsoft.com/office/drawing/2014/main" id="{51878CD8-EB03-3BE4-466C-CAB36D3B77D6}"/>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
        <p:nvSpPr>
          <p:cNvPr id="2" name="Footer Placeholder 4">
            <a:extLst>
              <a:ext uri="{FF2B5EF4-FFF2-40B4-BE49-F238E27FC236}">
                <a16:creationId xmlns:a16="http://schemas.microsoft.com/office/drawing/2014/main" id="{26E9F6D1-276E-F2BC-3F0C-FB2F9C91EF34}"/>
              </a:ext>
            </a:extLst>
          </p:cNvPr>
          <p:cNvSpPr>
            <a:spLocks noGrp="1"/>
          </p:cNvSpPr>
          <p:nvPr>
            <p:ph type="ftr" sz="quarter" idx="3"/>
            <p:custDataLst>
              <p:tags r:id="rId1"/>
            </p:custDataLst>
          </p:nvPr>
        </p:nvSpPr>
        <p:spPr>
          <a:xfrm>
            <a:off x="0" y="6356350"/>
            <a:ext cx="12192000" cy="365125"/>
          </a:xfrm>
          <a:prstGeom prst="rect">
            <a:avLst/>
          </a:prstGeom>
        </p:spPr>
        <p:txBody>
          <a:bodyPr vert="horz" lIns="91440" tIns="45720" rIns="91440" bIns="45720" rtlCol="0" anchor="ctr"/>
          <a:lstStyle>
            <a:lvl1pPr algn="ctr">
              <a:defRPr lang="en-US" sz="800">
                <a:solidFill>
                  <a:srgbClr val="000000"/>
                </a:solidFill>
              </a:defRPr>
            </a:lvl1pPr>
          </a:lstStyle>
          <a:p>
            <a:r>
              <a:rPr lang="en-US"/>
              <a:t>Raytheon Company - Approved for Public Disclosure</a:t>
            </a:r>
          </a:p>
        </p:txBody>
      </p:sp>
    </p:spTree>
    <p:extLst>
      <p:ext uri="{BB962C8B-B14F-4D97-AF65-F5344CB8AC3E}">
        <p14:creationId xmlns:p14="http://schemas.microsoft.com/office/powerpoint/2010/main" val="406145118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C74BC2EA-9D53-7A2A-F896-4E4E03DA19DB}"/>
              </a:ext>
            </a:extLst>
          </p:cNvPr>
          <p:cNvSpPr>
            <a:spLocks noGrp="1"/>
          </p:cNvSpPr>
          <p:nvPr>
            <p:ph type="ftr" sz="quarter" idx="3"/>
            <p:custDataLst>
              <p:tags r:id="rId6"/>
            </p:custDataLst>
          </p:nvPr>
        </p:nvSpPr>
        <p:spPr>
          <a:xfrm>
            <a:off x="0" y="6356350"/>
            <a:ext cx="12192000" cy="365125"/>
          </a:xfrm>
          <a:prstGeom prst="rect">
            <a:avLst/>
          </a:prstGeom>
        </p:spPr>
        <p:txBody>
          <a:bodyPr vert="horz" lIns="91440" tIns="45720" rIns="91440" bIns="45720" rtlCol="0" anchor="ctr"/>
          <a:lstStyle>
            <a:lvl1pPr algn="ctr">
              <a:defRPr lang="en-US" sz="800">
                <a:solidFill>
                  <a:srgbClr val="000000"/>
                </a:solidFill>
              </a:defRPr>
            </a:lvl1pPr>
          </a:lstStyle>
          <a:p>
            <a:r>
              <a:rPr lang="en-US"/>
              <a:t>Raytheon Company - Approved for Public Disclosure</a:t>
            </a:r>
          </a:p>
        </p:txBody>
      </p:sp>
      <p:sp>
        <p:nvSpPr>
          <p:cNvPr id="3" name="Presenters"/>
          <p:cNvSpPr>
            <a:spLocks noGrp="1"/>
          </p:cNvSpPr>
          <p:nvPr>
            <p:ph type="body" idx="1"/>
          </p:nvPr>
        </p:nvSpPr>
        <p:spPr>
          <a:xfrm>
            <a:off x="647700" y="3811347"/>
            <a:ext cx="3581400" cy="333933"/>
          </a:xfrm>
          <a:prstGeom prst="rect">
            <a:avLst/>
          </a:prstGeom>
        </p:spPr>
        <p:txBody>
          <a:bodyPr vert="horz" lIns="0" tIns="0" rIns="0" bIns="0" rtlCol="0">
            <a:noAutofit/>
          </a:bodyPr>
          <a:lstStyle/>
          <a:p>
            <a:pPr lvl="0"/>
            <a:r>
              <a:rPr lang="en-US"/>
              <a:t>Edit Master text styles</a:t>
            </a:r>
          </a:p>
        </p:txBody>
      </p:sp>
      <p:sp>
        <p:nvSpPr>
          <p:cNvPr id="2" name="Title"/>
          <p:cNvSpPr>
            <a:spLocks noGrp="1"/>
          </p:cNvSpPr>
          <p:nvPr>
            <p:ph type="title"/>
          </p:nvPr>
        </p:nvSpPr>
        <p:spPr>
          <a:xfrm>
            <a:off x="647700" y="2743200"/>
            <a:ext cx="10896600" cy="701842"/>
          </a:xfrm>
          <a:prstGeom prst="rect">
            <a:avLst/>
          </a:prstGeom>
        </p:spPr>
        <p:txBody>
          <a:bodyPr vert="horz" lIns="0" tIns="0" rIns="0" bIns="0" rtlCol="0" anchor="b" anchorCtr="0">
            <a:noAutofit/>
          </a:bodyPr>
          <a:lstStyle/>
          <a:p>
            <a:r>
              <a:rPr lang="en-US"/>
              <a:t>Click to edit Master title style</a:t>
            </a:r>
          </a:p>
        </p:txBody>
      </p:sp>
      <p:sp>
        <p:nvSpPr>
          <p:cNvPr id="17" name="Copyright"/>
          <p:cNvSpPr txBox="1">
            <a:spLocks noChangeArrowheads="1"/>
          </p:cNvSpPr>
          <p:nvPr userDrawn="1"/>
        </p:nvSpPr>
        <p:spPr bwMode="auto">
          <a:xfrm>
            <a:off x="183390" y="6579155"/>
            <a:ext cx="1523001" cy="1846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marL="230188" indent="-230188">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6pPr>
            <a:lvl7pPr marL="29718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7pPr>
            <a:lvl8pPr marL="34290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8pPr>
            <a:lvl9pPr marL="3886200" indent="-228600" eaLnBrk="0" fontAlgn="base" hangingPunct="0">
              <a:spcBef>
                <a:spcPct val="20000"/>
              </a:spcBef>
              <a:spcAft>
                <a:spcPct val="0"/>
              </a:spcAft>
              <a:buClr>
                <a:schemeClr val="tx1"/>
              </a:buClr>
              <a:buSzPct val="110000"/>
              <a:defRPr sz="2400">
                <a:solidFill>
                  <a:schemeClr val="tx1"/>
                </a:solidFill>
                <a:latin typeface="Arial" charset="0"/>
                <a:ea typeface="ＭＳ Ｐゴシック" charset="0"/>
              </a:defRPr>
            </a:lvl9pPr>
          </a:lstStyle>
          <a:p>
            <a:pPr marL="0" indent="0" algn="l"/>
            <a:r>
              <a:rPr lang="en-US" sz="600" dirty="0">
                <a:latin typeface="Arial" pitchFamily="34" charset="0"/>
                <a:cs typeface="Arial" pitchFamily="34" charset="0"/>
              </a:rPr>
              <a:t>© 2026 RTX Corporation</a:t>
            </a:r>
            <a:r>
              <a:rPr lang="en-US" sz="600" dirty="0"/>
              <a:t>.</a:t>
            </a:r>
            <a:br>
              <a:rPr lang="en-US" sz="600" dirty="0"/>
            </a:br>
            <a:r>
              <a:rPr lang="en-US" sz="600" dirty="0"/>
              <a:t>All rights reserved.</a:t>
            </a:r>
          </a:p>
        </p:txBody>
      </p:sp>
    </p:spTree>
    <p:extLst>
      <p:ext uri="{BB962C8B-B14F-4D97-AF65-F5344CB8AC3E}">
        <p14:creationId xmlns:p14="http://schemas.microsoft.com/office/powerpoint/2010/main" val="1815982091"/>
      </p:ext>
    </p:extLst>
  </p:cSld>
  <p:clrMap bg1="lt1" tx1="dk1" bg2="lt2" tx2="dk2" accent1="accent1" accent2="accent2" accent3="accent3" accent4="accent4" accent5="accent5" accent6="accent6" hlink="hlink" folHlink="folHlink"/>
  <p:sldLayoutIdLst>
    <p:sldLayoutId id="2147483683" r:id="rId1"/>
    <p:sldLayoutId id="2147483682" r:id="rId2"/>
    <p:sldLayoutId id="2147483703" r:id="rId3"/>
    <p:sldLayoutId id="2147483701" r:id="rId4"/>
  </p:sldLayoutIdLst>
  <p:hf hdr="0" dt="0"/>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0" indent="0" algn="l" defTabSz="0" rtl="0" eaLnBrk="1" latinLnBrk="0" hangingPunct="1">
        <a:lnSpc>
          <a:spcPct val="90000"/>
        </a:lnSpc>
        <a:spcBef>
          <a:spcPts val="0"/>
        </a:spcBef>
        <a:buSzPct val="115000"/>
        <a:buFont typeface="Arial" panose="020B0604020202020204" pitchFamily="34" charset="0"/>
        <a:buNone/>
        <a:defRPr sz="2000" b="1" kern="1200">
          <a:solidFill>
            <a:schemeClr val="tx1"/>
          </a:solidFill>
          <a:latin typeface="+mn-lt"/>
          <a:ea typeface="+mn-ea"/>
          <a:cs typeface="+mn-cs"/>
        </a:defRPr>
      </a:lvl1pPr>
      <a:lvl2pPr marL="365760" indent="-182880" algn="l" defTabSz="914400" rtl="0" eaLnBrk="1" latinLnBrk="0" hangingPunct="1">
        <a:lnSpc>
          <a:spcPct val="90000"/>
        </a:lnSpc>
        <a:spcBef>
          <a:spcPts val="500"/>
        </a:spcBef>
        <a:buSzPct val="100000"/>
        <a:buFont typeface="Arial" panose="020B0604020202020204" pitchFamily="34" charset="0"/>
        <a:buChar char="–"/>
        <a:defRPr sz="2000" b="1" kern="1200">
          <a:solidFill>
            <a:schemeClr val="tx1"/>
          </a:solidFill>
          <a:latin typeface="+mn-lt"/>
          <a:ea typeface="+mn-ea"/>
          <a:cs typeface="+mn-cs"/>
        </a:defRPr>
      </a:lvl2pPr>
      <a:lvl3pPr marL="548640" indent="-182880" algn="l" defTabSz="914400" rtl="0" eaLnBrk="1" latinLnBrk="0" hangingPunct="1">
        <a:lnSpc>
          <a:spcPct val="90000"/>
        </a:lnSpc>
        <a:spcBef>
          <a:spcPts val="500"/>
        </a:spcBef>
        <a:buSzPct val="115000"/>
        <a:buFont typeface="Arial" panose="020B0604020202020204" pitchFamily="34" charset="0"/>
        <a:buChar char="•"/>
        <a:defRPr sz="2000" b="1" kern="1200">
          <a:solidFill>
            <a:schemeClr val="tx1"/>
          </a:solidFill>
          <a:latin typeface="+mn-lt"/>
          <a:ea typeface="+mn-ea"/>
          <a:cs typeface="+mn-cs"/>
        </a:defRPr>
      </a:lvl3pPr>
      <a:lvl4pPr marL="731520" indent="-182880" algn="l" defTabSz="914400" rtl="0" eaLnBrk="1" latinLnBrk="0" hangingPunct="1">
        <a:lnSpc>
          <a:spcPct val="90000"/>
        </a:lnSpc>
        <a:spcBef>
          <a:spcPts val="500"/>
        </a:spcBef>
        <a:buSzPct val="100000"/>
        <a:buFont typeface="Arial" panose="020B0604020202020204" pitchFamily="34" charset="0"/>
        <a:buChar char="–"/>
        <a:defRPr sz="2000" b="1" kern="1200">
          <a:solidFill>
            <a:schemeClr val="tx1"/>
          </a:solidFill>
          <a:latin typeface="+mn-lt"/>
          <a:ea typeface="+mn-ea"/>
          <a:cs typeface="+mn-cs"/>
        </a:defRPr>
      </a:lvl4pPr>
      <a:lvl5pPr marL="914400" indent="-182880" algn="l" defTabSz="914400" rtl="0" eaLnBrk="1" latinLnBrk="0" hangingPunct="1">
        <a:lnSpc>
          <a:spcPct val="90000"/>
        </a:lnSpc>
        <a:spcBef>
          <a:spcPts val="500"/>
        </a:spcBef>
        <a:buSzPct val="115000"/>
        <a:buFont typeface="Arial" panose="020B0604020202020204" pitchFamily="34" charset="0"/>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2" userDrawn="1">
          <p15:clr>
            <a:srgbClr val="A4A3A4"/>
          </p15:clr>
        </p15:guide>
        <p15:guide id="3" pos="7248" userDrawn="1">
          <p15:clr>
            <a:srgbClr val="A4A3A4"/>
          </p15:clr>
        </p15:guide>
        <p15:guide id="5" pos="1416" userDrawn="1">
          <p15:clr>
            <a:srgbClr val="A4A3A4"/>
          </p15:clr>
        </p15:guide>
        <p15:guide id="6" pos="1608" userDrawn="1">
          <p15:clr>
            <a:srgbClr val="A4A3A4"/>
          </p15:clr>
        </p15:guide>
        <p15:guide id="7" pos="2592" userDrawn="1">
          <p15:clr>
            <a:srgbClr val="A4A3A4"/>
          </p15:clr>
        </p15:guide>
        <p15:guide id="8" pos="2760" userDrawn="1">
          <p15:clr>
            <a:srgbClr val="A4A3A4"/>
          </p15:clr>
        </p15:guide>
        <p15:guide id="9" pos="3744" userDrawn="1">
          <p15:clr>
            <a:srgbClr val="A4A3A4"/>
          </p15:clr>
        </p15:guide>
        <p15:guide id="10" pos="3936" userDrawn="1">
          <p15:clr>
            <a:srgbClr val="A4A3A4"/>
          </p15:clr>
        </p15:guide>
        <p15:guide id="11" pos="4920" userDrawn="1">
          <p15:clr>
            <a:srgbClr val="A4A3A4"/>
          </p15:clr>
        </p15:guide>
        <p15:guide id="12" pos="5088" userDrawn="1">
          <p15:clr>
            <a:srgbClr val="A4A3A4"/>
          </p15:clr>
        </p15:guide>
        <p15:guide id="13" pos="6072" userDrawn="1">
          <p15:clr>
            <a:srgbClr val="A4A3A4"/>
          </p15:clr>
        </p15:guide>
        <p15:guide id="14" pos="6264" userDrawn="1">
          <p15:clr>
            <a:srgbClr val="A4A3A4"/>
          </p15:clr>
        </p15:guide>
        <p15:guide id="15" orient="horz" pos="3888" userDrawn="1">
          <p15:clr>
            <a:srgbClr val="547EBF"/>
          </p15:clr>
        </p15:guide>
        <p15:guide id="16" orient="horz" pos="1296" userDrawn="1">
          <p15:clr>
            <a:srgbClr val="547EBF"/>
          </p15:clr>
        </p15:guide>
        <p15:guide id="17" orient="horz" pos="2616" userDrawn="1">
          <p15:clr>
            <a:srgbClr val="547EBF"/>
          </p15:clr>
        </p15:guide>
        <p15:guide id="18" orient="horz" pos="2976" userDrawn="1">
          <p15:clr>
            <a:srgbClr val="547EBF"/>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
        <p:nvSpPr>
          <p:cNvPr id="3" name="Body"/>
          <p:cNvSpPr>
            <a:spLocks noGrp="1"/>
          </p:cNvSpPr>
          <p:nvPr>
            <p:ph type="body" idx="1"/>
          </p:nvPr>
        </p:nvSpPr>
        <p:spPr>
          <a:xfrm>
            <a:off x="685800" y="1476001"/>
            <a:ext cx="10821419" cy="4315200"/>
          </a:xfrm>
          <a:prstGeom prst="rect">
            <a:avLst/>
          </a:prstGeom>
        </p:spPr>
        <p:txBody>
          <a:bodyPr vert="horz" lIns="0" tIns="0" rIns="0" bIns="0" rtlCol="0">
            <a:noAutofit/>
          </a:bodyPr>
          <a:lstStyle/>
          <a:p>
            <a:pPr lvl="0"/>
            <a:r>
              <a:rPr lang="en-US"/>
              <a:t>Main bullet. 24 pt. black.</a:t>
            </a:r>
          </a:p>
          <a:p>
            <a:pPr lvl="1"/>
            <a:r>
              <a:rPr lang="en-US"/>
              <a:t>Second level</a:t>
            </a:r>
          </a:p>
          <a:p>
            <a:pPr lvl="2"/>
            <a:r>
              <a:rPr lang="en-US"/>
              <a:t>Third level</a:t>
            </a:r>
          </a:p>
          <a:p>
            <a:pPr lvl="3"/>
            <a:r>
              <a:rPr lang="en-US"/>
              <a:t>Fourth level</a:t>
            </a:r>
          </a:p>
          <a:p>
            <a:pPr lvl="4"/>
            <a:r>
              <a:rPr lang="en-US"/>
              <a:t>Fifth level</a:t>
            </a:r>
          </a:p>
        </p:txBody>
      </p:sp>
      <p:sp>
        <p:nvSpPr>
          <p:cNvPr id="15" name="Title Placeholder 14"/>
          <p:cNvSpPr>
            <a:spLocks noGrp="1"/>
          </p:cNvSpPr>
          <p:nvPr>
            <p:ph type="title"/>
          </p:nvPr>
        </p:nvSpPr>
        <p:spPr>
          <a:xfrm>
            <a:off x="694944" y="463255"/>
            <a:ext cx="10811256" cy="679745"/>
          </a:xfrm>
          <a:prstGeom prst="rect">
            <a:avLst/>
          </a:prstGeom>
        </p:spPr>
        <p:txBody>
          <a:bodyPr vert="horz" lIns="0" tIns="0" rIns="0" bIns="0" rtlCol="0" anchor="t" anchorCtr="0">
            <a:noAutofit/>
          </a:bodyPr>
          <a:lstStyle/>
          <a:p>
            <a:r>
              <a:rPr lang="en-US"/>
              <a:t>Click to edit Master title style</a:t>
            </a:r>
          </a:p>
        </p:txBody>
      </p:sp>
      <p:cxnSp>
        <p:nvCxnSpPr>
          <p:cNvPr id="11" name="Straight Connector 10"/>
          <p:cNvCxnSpPr/>
          <p:nvPr userDrawn="1"/>
        </p:nvCxnSpPr>
        <p:spPr>
          <a:xfrm>
            <a:off x="694944" y="126143"/>
            <a:ext cx="10820399" cy="0"/>
          </a:xfrm>
          <a:prstGeom prst="line">
            <a:avLst/>
          </a:prstGeom>
          <a:ln w="2540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2" name="Picture 1" descr="Shape&#10;&#10;Description automatically generated with medium confidence">
            <a:extLst>
              <a:ext uri="{FF2B5EF4-FFF2-40B4-BE49-F238E27FC236}">
                <a16:creationId xmlns:a16="http://schemas.microsoft.com/office/drawing/2014/main" id="{9A109B8E-DECE-81D3-6BD2-7BEC1829BB27}"/>
              </a:ext>
            </a:extLst>
          </p:cNvPr>
          <p:cNvPicPr>
            <a:picLocks noChangeAspect="1"/>
          </p:cNvPicPr>
          <p:nvPr userDrawn="1"/>
        </p:nvPicPr>
        <p:blipFill>
          <a:blip r:embed="rId9"/>
          <a:stretch>
            <a:fillRect/>
          </a:stretch>
        </p:blipFill>
        <p:spPr>
          <a:xfrm>
            <a:off x="325541" y="6347879"/>
            <a:ext cx="770757" cy="295375"/>
          </a:xfrm>
          <a:prstGeom prst="rect">
            <a:avLst/>
          </a:prstGeom>
        </p:spPr>
      </p:pic>
      <p:sp>
        <p:nvSpPr>
          <p:cNvPr id="5" name="Footer Placeholder 4">
            <a:extLst>
              <a:ext uri="{FF2B5EF4-FFF2-40B4-BE49-F238E27FC236}">
                <a16:creationId xmlns:a16="http://schemas.microsoft.com/office/drawing/2014/main" id="{AB383C15-E96E-D998-AED8-C23720E1A722}"/>
              </a:ext>
            </a:extLst>
          </p:cNvPr>
          <p:cNvSpPr>
            <a:spLocks noGrp="1"/>
          </p:cNvSpPr>
          <p:nvPr>
            <p:ph type="ftr" sz="quarter" idx="3"/>
          </p:nvPr>
        </p:nvSpPr>
        <p:spPr>
          <a:xfrm>
            <a:off x="0" y="6356350"/>
            <a:ext cx="12192000" cy="365125"/>
          </a:xfrm>
          <a:prstGeom prst="rect">
            <a:avLst/>
          </a:prstGeom>
        </p:spPr>
        <p:txBody>
          <a:bodyPr vert="horz" lIns="91440" tIns="45720" rIns="91440" bIns="45720" rtlCol="0" anchor="ctr"/>
          <a:lstStyle>
            <a:lvl1pPr algn="ctr">
              <a:defRPr lang="en-US"/>
            </a:lvl1pPr>
          </a:lstStyle>
          <a:p>
            <a:endParaRPr lang="en-US"/>
          </a:p>
        </p:txBody>
      </p:sp>
    </p:spTree>
    <p:extLst>
      <p:ext uri="{BB962C8B-B14F-4D97-AF65-F5344CB8AC3E}">
        <p14:creationId xmlns:p14="http://schemas.microsoft.com/office/powerpoint/2010/main" val="4080327739"/>
      </p:ext>
    </p:extLst>
  </p:cSld>
  <p:clrMap bg1="lt1" tx1="dk1" bg2="lt2" tx2="dk2" accent1="accent1" accent2="accent2" accent3="accent3" accent4="accent4" accent5="accent5" accent6="accent6" hlink="hlink" folHlink="folHlink"/>
  <p:sldLayoutIdLst>
    <p:sldLayoutId id="2147483668" r:id="rId1"/>
    <p:sldLayoutId id="2147483692" r:id="rId2"/>
    <p:sldLayoutId id="2147483695" r:id="rId3"/>
    <p:sldLayoutId id="2147483669" r:id="rId4"/>
    <p:sldLayoutId id="2147483664" r:id="rId5"/>
    <p:sldLayoutId id="2147483694" r:id="rId6"/>
    <p:sldLayoutId id="2147483704" r:id="rId7"/>
  </p:sldLayoutIdLst>
  <p:hf hdr="0" dt="0"/>
  <p:txStyles>
    <p:titleStyle>
      <a:lvl1pPr marL="0" algn="l" defTabSz="914400" rtl="0" eaLnBrk="1" latinLnBrk="0" hangingPunct="1">
        <a:lnSpc>
          <a:spcPct val="80000"/>
        </a:lnSpc>
        <a:spcBef>
          <a:spcPct val="0"/>
        </a:spcBef>
        <a:buNone/>
        <a:defRPr lang="en-US" sz="3200" b="1" kern="1200" baseline="0" dirty="0">
          <a:solidFill>
            <a:schemeClr val="tx1"/>
          </a:solidFill>
          <a:latin typeface="+mj-lt"/>
          <a:ea typeface="+mj-ea"/>
          <a:cs typeface="Arial" panose="020B0604020202020204" pitchFamily="34" charset="0"/>
        </a:defRPr>
      </a:lvl1pPr>
    </p:titleStyle>
    <p:bodyStyle>
      <a:lvl1pPr marL="219456"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400" kern="1200">
          <a:solidFill>
            <a:schemeClr val="tx1"/>
          </a:solidFill>
          <a:latin typeface="+mn-lt"/>
          <a:ea typeface="+mn-ea"/>
          <a:cs typeface="+mn-cs"/>
        </a:defRPr>
      </a:lvl1pPr>
      <a:lvl2pPr marL="438912"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2pPr>
      <a:lvl3pPr marL="621792"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3pPr>
      <a:lvl4pPr marL="841248" indent="-219456" algn="l" defTabSz="914400" rtl="0" eaLnBrk="1" latinLnBrk="0" hangingPunct="1">
        <a:lnSpc>
          <a:spcPct val="100000"/>
        </a:lnSpc>
        <a:spcBef>
          <a:spcPts val="0"/>
        </a:spcBef>
        <a:spcAft>
          <a:spcPts val="600"/>
        </a:spcAft>
        <a:buSzPct val="100000"/>
        <a:buFont typeface="Arial" panose="020B0604020202020204" pitchFamily="34" charset="0"/>
        <a:buChar char="–"/>
        <a:defRPr sz="2000" kern="1200">
          <a:solidFill>
            <a:schemeClr val="tx1"/>
          </a:solidFill>
          <a:latin typeface="+mn-lt"/>
          <a:ea typeface="+mn-ea"/>
          <a:cs typeface="+mn-cs"/>
        </a:defRPr>
      </a:lvl4pPr>
      <a:lvl5pPr marL="1060704" indent="-219456" algn="l" defTabSz="914400" rtl="0" eaLnBrk="1" latinLnBrk="0" hangingPunct="1">
        <a:lnSpc>
          <a:spcPct val="100000"/>
        </a:lnSpc>
        <a:spcBef>
          <a:spcPts val="0"/>
        </a:spcBef>
        <a:spcAft>
          <a:spcPts val="600"/>
        </a:spcAft>
        <a:buClr>
          <a:schemeClr val="tx2"/>
        </a:buClr>
        <a:buSzPct val="100000"/>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48" userDrawn="1">
          <p15:clr>
            <a:srgbClr val="547EBF"/>
          </p15:clr>
        </p15:guide>
        <p15:guide id="3" pos="432" userDrawn="1">
          <p15:clr>
            <a:srgbClr val="547EBF"/>
          </p15:clr>
        </p15:guide>
        <p15:guide id="4" orient="horz" pos="3888" userDrawn="1">
          <p15:clr>
            <a:srgbClr val="547EBF"/>
          </p15:clr>
        </p15:guide>
        <p15:guide id="5" orient="horz" pos="288" userDrawn="1">
          <p15:clr>
            <a:srgbClr val="547EBF"/>
          </p15:clr>
        </p15:guide>
        <p15:guide id="6" pos="1416" userDrawn="1">
          <p15:clr>
            <a:srgbClr val="A4A3A4"/>
          </p15:clr>
        </p15:guide>
        <p15:guide id="7" pos="1608" userDrawn="1">
          <p15:clr>
            <a:srgbClr val="A4A3A4"/>
          </p15:clr>
        </p15:guide>
        <p15:guide id="8" pos="3744" userDrawn="1">
          <p15:clr>
            <a:srgbClr val="A4A3A4"/>
          </p15:clr>
        </p15:guide>
        <p15:guide id="9" pos="3936" userDrawn="1">
          <p15:clr>
            <a:srgbClr val="A4A3A4"/>
          </p15:clr>
        </p15:guide>
        <p15:guide id="10" pos="4920" userDrawn="1">
          <p15:clr>
            <a:srgbClr val="A4A3A4"/>
          </p15:clr>
        </p15:guide>
        <p15:guide id="11" pos="5088" userDrawn="1">
          <p15:clr>
            <a:srgbClr val="A4A3A4"/>
          </p15:clr>
        </p15:guide>
        <p15:guide id="12" pos="6072" userDrawn="1">
          <p15:clr>
            <a:srgbClr val="A4A3A4"/>
          </p15:clr>
        </p15:guide>
        <p15:guide id="13" pos="6264" userDrawn="1">
          <p15:clr>
            <a:srgbClr val="A4A3A4"/>
          </p15:clr>
        </p15:guide>
        <p15:guide id="14" pos="2592" userDrawn="1">
          <p15:clr>
            <a:srgbClr val="A4A3A4"/>
          </p15:clr>
        </p15:guide>
        <p15:guide id="15" pos="2760" userDrawn="1">
          <p15:clr>
            <a:srgbClr val="A4A3A4"/>
          </p15:clr>
        </p15:guide>
        <p15:guide id="16" orient="horz" pos="720" userDrawn="1">
          <p15:clr>
            <a:srgbClr val="547EBF"/>
          </p15:clr>
        </p15:guide>
        <p15:guide id="17" orient="horz" pos="480" userDrawn="1">
          <p15:clr>
            <a:srgbClr val="547EBF"/>
          </p15:clr>
        </p15:guide>
        <p15:guide id="18" orient="horz" pos="984" userDrawn="1">
          <p15:clr>
            <a:srgbClr val="F26B43"/>
          </p15:clr>
        </p15:guide>
        <p15:guide id="19" orient="horz" pos="364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Presenters"/>
          <p:cNvSpPr>
            <a:spLocks noGrp="1"/>
          </p:cNvSpPr>
          <p:nvPr>
            <p:ph type="body" idx="1"/>
          </p:nvPr>
        </p:nvSpPr>
        <p:spPr>
          <a:xfrm>
            <a:off x="685800" y="3900728"/>
            <a:ext cx="3581400" cy="333933"/>
          </a:xfrm>
          <a:prstGeom prst="rect">
            <a:avLst/>
          </a:prstGeom>
        </p:spPr>
        <p:txBody>
          <a:bodyPr vert="horz" lIns="0" tIns="0" rIns="0" bIns="0" rtlCol="0">
            <a:noAutofit/>
          </a:bodyPr>
          <a:lstStyle/>
          <a:p>
            <a:pPr lvl="0"/>
            <a:r>
              <a:rPr lang="en-US"/>
              <a:t>Edit Master text styles</a:t>
            </a:r>
          </a:p>
        </p:txBody>
      </p:sp>
      <p:sp>
        <p:nvSpPr>
          <p:cNvPr id="2" name="Title"/>
          <p:cNvSpPr>
            <a:spLocks noGrp="1"/>
          </p:cNvSpPr>
          <p:nvPr>
            <p:ph type="title"/>
          </p:nvPr>
        </p:nvSpPr>
        <p:spPr>
          <a:xfrm>
            <a:off x="685800" y="1874225"/>
            <a:ext cx="10820400" cy="1661993"/>
          </a:xfrm>
          <a:prstGeom prst="rect">
            <a:avLst/>
          </a:prstGeom>
        </p:spPr>
        <p:txBody>
          <a:bodyPr vert="horz" lIns="0" tIns="0" rIns="0" bIns="0" rtlCol="0" anchor="b" anchorCtr="0">
            <a:noAutofit/>
          </a:bodyPr>
          <a:lstStyle/>
          <a:p>
            <a:r>
              <a:rPr lang="en-US"/>
              <a:t>Click to edit Master title style</a:t>
            </a:r>
          </a:p>
        </p:txBody>
      </p:sp>
      <p:pic>
        <p:nvPicPr>
          <p:cNvPr id="4" name="Picture 3" descr="Shape&#10;&#10;Description automatically generated with medium confidence">
            <a:extLst>
              <a:ext uri="{FF2B5EF4-FFF2-40B4-BE49-F238E27FC236}">
                <a16:creationId xmlns:a16="http://schemas.microsoft.com/office/drawing/2014/main" id="{0DCDC238-AF91-0FDB-88DA-6EC401FDAFB5}"/>
              </a:ext>
            </a:extLst>
          </p:cNvPr>
          <p:cNvPicPr>
            <a:picLocks noChangeAspect="1"/>
          </p:cNvPicPr>
          <p:nvPr userDrawn="1"/>
        </p:nvPicPr>
        <p:blipFill>
          <a:blip r:embed="rId4"/>
          <a:stretch>
            <a:fillRect/>
          </a:stretch>
        </p:blipFill>
        <p:spPr>
          <a:xfrm>
            <a:off x="325541" y="6347879"/>
            <a:ext cx="770757" cy="295375"/>
          </a:xfrm>
          <a:prstGeom prst="rect">
            <a:avLst/>
          </a:prstGeom>
        </p:spPr>
      </p:pic>
      <p:sp>
        <p:nvSpPr>
          <p:cNvPr id="5" name="Slide number">
            <a:extLst>
              <a:ext uri="{FF2B5EF4-FFF2-40B4-BE49-F238E27FC236}">
                <a16:creationId xmlns:a16="http://schemas.microsoft.com/office/drawing/2014/main" id="{C547A21D-2A8F-FEFE-660B-5ECF70D43F49}"/>
              </a:ext>
            </a:extLst>
          </p:cNvPr>
          <p:cNvSpPr>
            <a:spLocks noGrp="1"/>
          </p:cNvSpPr>
          <p:nvPr>
            <p:ph type="sldNum" sz="quarter" idx="4"/>
          </p:nvPr>
        </p:nvSpPr>
        <p:spPr>
          <a:xfrm>
            <a:off x="10983397" y="6433754"/>
            <a:ext cx="531946" cy="365125"/>
          </a:xfrm>
          <a:prstGeom prst="rect">
            <a:avLst/>
          </a:prstGeom>
        </p:spPr>
        <p:txBody>
          <a:bodyPr vert="horz" lIns="0" tIns="0" rIns="0" bIns="0" rtlCol="0" anchor="t" anchorCtr="0"/>
          <a:lstStyle>
            <a:lvl1pPr algn="r">
              <a:defRPr lang="en-US" sz="1200" kern="1200" smtClean="0">
                <a:solidFill>
                  <a:schemeClr val="accent3"/>
                </a:solidFill>
                <a:latin typeface="+mn-lt"/>
                <a:ea typeface="+mn-ea"/>
                <a:cs typeface="+mn-cs"/>
              </a:defRPr>
            </a:lvl1pPr>
          </a:lstStyle>
          <a:p>
            <a:fld id="{07165E6F-54ED-4977-A15E-D44BE7238A65}" type="slidenum">
              <a:rPr lang="en-US" smtClean="0"/>
              <a:pPr/>
              <a:t>‹#›</a:t>
            </a:fld>
            <a:endParaRPr lang="en-US"/>
          </a:p>
        </p:txBody>
      </p:sp>
      <p:sp>
        <p:nvSpPr>
          <p:cNvPr id="7" name="Footer Placeholder 4">
            <a:extLst>
              <a:ext uri="{FF2B5EF4-FFF2-40B4-BE49-F238E27FC236}">
                <a16:creationId xmlns:a16="http://schemas.microsoft.com/office/drawing/2014/main" id="{418C2D37-7DB5-86A8-D611-E8D5A63C1FF3}"/>
              </a:ext>
            </a:extLst>
          </p:cNvPr>
          <p:cNvSpPr>
            <a:spLocks noGrp="1"/>
          </p:cNvSpPr>
          <p:nvPr>
            <p:ph type="ftr" sz="quarter" idx="3"/>
          </p:nvPr>
        </p:nvSpPr>
        <p:spPr>
          <a:xfrm>
            <a:off x="0" y="6356350"/>
            <a:ext cx="12192000" cy="365125"/>
          </a:xfrm>
          <a:prstGeom prst="rect">
            <a:avLst/>
          </a:prstGeom>
        </p:spPr>
        <p:txBody>
          <a:bodyPr vert="horz" lIns="91440" tIns="45720" rIns="91440" bIns="45720" rtlCol="0" anchor="ctr"/>
          <a:lstStyle>
            <a:lvl1pPr algn="ctr">
              <a:defRPr lang="en-US"/>
            </a:lvl1pPr>
          </a:lstStyle>
          <a:p>
            <a:endParaRPr lang="en-US"/>
          </a:p>
        </p:txBody>
      </p:sp>
    </p:spTree>
    <p:extLst>
      <p:ext uri="{BB962C8B-B14F-4D97-AF65-F5344CB8AC3E}">
        <p14:creationId xmlns:p14="http://schemas.microsoft.com/office/powerpoint/2010/main" val="1495502049"/>
      </p:ext>
    </p:extLst>
  </p:cSld>
  <p:clrMap bg1="lt1" tx1="dk1" bg2="lt2" tx2="dk2" accent1="accent1" accent2="accent2" accent3="accent3" accent4="accent4" accent5="accent5" accent6="accent6" hlink="hlink" folHlink="folHlink"/>
  <p:sldLayoutIdLst>
    <p:sldLayoutId id="2147483689" r:id="rId1"/>
    <p:sldLayoutId id="2147483686" r:id="rId2"/>
  </p:sldLayoutIdLst>
  <p:hf hdr="0" dt="0"/>
  <p:txStyles>
    <p:titleStyle>
      <a:lvl1pPr algn="l" defTabSz="914400" rtl="0" eaLnBrk="1" latinLnBrk="0" hangingPunct="1">
        <a:lnSpc>
          <a:spcPct val="90000"/>
        </a:lnSpc>
        <a:spcBef>
          <a:spcPct val="0"/>
        </a:spcBef>
        <a:buNone/>
        <a:defRPr sz="5500" b="1" kern="1200">
          <a:solidFill>
            <a:schemeClr val="tx1"/>
          </a:solidFill>
          <a:latin typeface="+mj-lt"/>
          <a:ea typeface="+mj-ea"/>
          <a:cs typeface="+mj-cs"/>
        </a:defRPr>
      </a:lvl1pPr>
    </p:titleStyle>
    <p:bodyStyle>
      <a:lvl1pPr marL="0" indent="0" algn="l" defTabSz="0" rtl="0" eaLnBrk="1" latinLnBrk="0" hangingPunct="1">
        <a:lnSpc>
          <a:spcPct val="90000"/>
        </a:lnSpc>
        <a:spcBef>
          <a:spcPts val="0"/>
        </a:spcBef>
        <a:buSzPct val="115000"/>
        <a:buFont typeface="Arial" panose="020B0604020202020204" pitchFamily="34" charset="0"/>
        <a:buNone/>
        <a:defRPr sz="2000" b="1" kern="1200">
          <a:solidFill>
            <a:schemeClr val="tx1"/>
          </a:solidFill>
          <a:latin typeface="+mn-lt"/>
          <a:ea typeface="+mn-ea"/>
          <a:cs typeface="+mn-cs"/>
        </a:defRPr>
      </a:lvl1pPr>
      <a:lvl2pPr marL="365760" indent="-182880" algn="l" defTabSz="914400" rtl="0" eaLnBrk="1" latinLnBrk="0" hangingPunct="1">
        <a:lnSpc>
          <a:spcPct val="90000"/>
        </a:lnSpc>
        <a:spcBef>
          <a:spcPts val="500"/>
        </a:spcBef>
        <a:buSzPct val="100000"/>
        <a:buFont typeface="Arial" panose="020B0604020202020204" pitchFamily="34" charset="0"/>
        <a:buChar char="–"/>
        <a:defRPr sz="2000" b="1" kern="1200">
          <a:solidFill>
            <a:schemeClr val="tx1"/>
          </a:solidFill>
          <a:latin typeface="+mn-lt"/>
          <a:ea typeface="+mn-ea"/>
          <a:cs typeface="+mn-cs"/>
        </a:defRPr>
      </a:lvl2pPr>
      <a:lvl3pPr marL="548640" indent="-182880" algn="l" defTabSz="914400" rtl="0" eaLnBrk="1" latinLnBrk="0" hangingPunct="1">
        <a:lnSpc>
          <a:spcPct val="90000"/>
        </a:lnSpc>
        <a:spcBef>
          <a:spcPts val="500"/>
        </a:spcBef>
        <a:buSzPct val="115000"/>
        <a:buFont typeface="Arial" panose="020B0604020202020204" pitchFamily="34" charset="0"/>
        <a:buChar char="•"/>
        <a:defRPr sz="2000" b="1" kern="1200">
          <a:solidFill>
            <a:schemeClr val="tx1"/>
          </a:solidFill>
          <a:latin typeface="+mn-lt"/>
          <a:ea typeface="+mn-ea"/>
          <a:cs typeface="+mn-cs"/>
        </a:defRPr>
      </a:lvl3pPr>
      <a:lvl4pPr marL="731520" indent="-182880" algn="l" defTabSz="914400" rtl="0" eaLnBrk="1" latinLnBrk="0" hangingPunct="1">
        <a:lnSpc>
          <a:spcPct val="90000"/>
        </a:lnSpc>
        <a:spcBef>
          <a:spcPts val="500"/>
        </a:spcBef>
        <a:buSzPct val="100000"/>
        <a:buFont typeface="Arial" panose="020B0604020202020204" pitchFamily="34" charset="0"/>
        <a:buChar char="–"/>
        <a:defRPr sz="2000" b="1" kern="1200">
          <a:solidFill>
            <a:schemeClr val="tx1"/>
          </a:solidFill>
          <a:latin typeface="+mn-lt"/>
          <a:ea typeface="+mn-ea"/>
          <a:cs typeface="+mn-cs"/>
        </a:defRPr>
      </a:lvl4pPr>
      <a:lvl5pPr marL="914400" indent="-182880" algn="l" defTabSz="914400" rtl="0" eaLnBrk="1" latinLnBrk="0" hangingPunct="1">
        <a:lnSpc>
          <a:spcPct val="90000"/>
        </a:lnSpc>
        <a:spcBef>
          <a:spcPts val="500"/>
        </a:spcBef>
        <a:buSzPct val="115000"/>
        <a:buFont typeface="Arial" panose="020B0604020202020204" pitchFamily="34" charset="0"/>
        <a:buChar char="•"/>
        <a:defRPr sz="20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2">
          <p15:clr>
            <a:srgbClr val="A4A3A4"/>
          </p15:clr>
        </p15:guide>
        <p15:guide id="3" pos="7248">
          <p15:clr>
            <a:srgbClr val="A4A3A4"/>
          </p15:clr>
        </p15:guide>
        <p15:guide id="5" pos="1416">
          <p15:clr>
            <a:srgbClr val="A4A3A4"/>
          </p15:clr>
        </p15:guide>
        <p15:guide id="6" pos="1608">
          <p15:clr>
            <a:srgbClr val="A4A3A4"/>
          </p15:clr>
        </p15:guide>
        <p15:guide id="7" pos="2592">
          <p15:clr>
            <a:srgbClr val="A4A3A4"/>
          </p15:clr>
        </p15:guide>
        <p15:guide id="8" pos="2760">
          <p15:clr>
            <a:srgbClr val="A4A3A4"/>
          </p15:clr>
        </p15:guide>
        <p15:guide id="9" pos="3744">
          <p15:clr>
            <a:srgbClr val="A4A3A4"/>
          </p15:clr>
        </p15:guide>
        <p15:guide id="10" pos="3936">
          <p15:clr>
            <a:srgbClr val="A4A3A4"/>
          </p15:clr>
        </p15:guide>
        <p15:guide id="11" pos="4920">
          <p15:clr>
            <a:srgbClr val="A4A3A4"/>
          </p15:clr>
        </p15:guide>
        <p15:guide id="12" pos="5088">
          <p15:clr>
            <a:srgbClr val="A4A3A4"/>
          </p15:clr>
        </p15:guide>
        <p15:guide id="13" pos="6072">
          <p15:clr>
            <a:srgbClr val="A4A3A4"/>
          </p15:clr>
        </p15:guide>
        <p15:guide id="14" pos="6264">
          <p15:clr>
            <a:srgbClr val="A4A3A4"/>
          </p15:clr>
        </p15:guide>
        <p15:guide id="15" orient="horz" pos="3888">
          <p15:clr>
            <a:srgbClr val="547EBF"/>
          </p15:clr>
        </p15:guide>
        <p15:guide id="16" orient="horz" pos="1296">
          <p15:clr>
            <a:srgbClr val="547EBF"/>
          </p15:clr>
        </p15:guide>
        <p15:guide id="17" orient="horz" pos="2592">
          <p15:clr>
            <a:srgbClr val="547EBF"/>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15.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9.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tags" Target="../tags/tag1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tags" Target="../tags/tag19.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20.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ags" Target="../tags/tag2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ags" Target="../tags/tag2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tags" Target="../tags/tag2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tags" Target="../tags/tag24.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1.xml"/><Relationship Id="rId1" Type="http://schemas.openxmlformats.org/officeDocument/2006/relationships/tags" Target="../tags/tag2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tags" Target="../tags/tag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2BEFF970-42F6-FF46-1117-683D70D8A461}"/>
              </a:ext>
            </a:extLst>
          </p:cNvPr>
          <p:cNvSpPr>
            <a:spLocks noGrp="1"/>
          </p:cNvSpPr>
          <p:nvPr>
            <p:ph type="body" sz="quarter" idx="14"/>
          </p:nvPr>
        </p:nvSpPr>
        <p:spPr>
          <a:xfrm>
            <a:off x="6185449" y="6022194"/>
            <a:ext cx="1668227" cy="166199"/>
          </a:xfrm>
        </p:spPr>
        <p:txBody>
          <a:bodyPr/>
          <a:lstStyle/>
          <a:p>
            <a:r>
              <a:rPr lang="en-US" dirty="0">
                <a:highlight>
                  <a:srgbClr val="FFFF00"/>
                </a:highlight>
              </a:rPr>
              <a:t>June 21</a:t>
            </a:r>
            <a:r>
              <a:rPr lang="en-US" dirty="0"/>
              <a:t>, 2026</a:t>
            </a:r>
          </a:p>
        </p:txBody>
      </p:sp>
      <p:sp>
        <p:nvSpPr>
          <p:cNvPr id="9" name="Text Placeholder 8">
            <a:extLst>
              <a:ext uri="{FF2B5EF4-FFF2-40B4-BE49-F238E27FC236}">
                <a16:creationId xmlns:a16="http://schemas.microsoft.com/office/drawing/2014/main" id="{AB1E4563-840B-52AF-5250-0F9CB109351E}"/>
              </a:ext>
            </a:extLst>
          </p:cNvPr>
          <p:cNvSpPr>
            <a:spLocks noGrp="1"/>
          </p:cNvSpPr>
          <p:nvPr>
            <p:ph type="body" sz="quarter" idx="13"/>
          </p:nvPr>
        </p:nvSpPr>
        <p:spPr>
          <a:xfrm>
            <a:off x="6204030" y="5447669"/>
            <a:ext cx="5197031" cy="221599"/>
          </a:xfrm>
        </p:spPr>
        <p:txBody>
          <a:bodyPr/>
          <a:lstStyle/>
          <a:p>
            <a:r>
              <a:rPr lang="en-US" dirty="0"/>
              <a:t>George Elmasry, Raytheon’s System Engineering</a:t>
            </a:r>
          </a:p>
        </p:txBody>
      </p:sp>
      <p:sp>
        <p:nvSpPr>
          <p:cNvPr id="5" name="Title 4">
            <a:extLst>
              <a:ext uri="{FF2B5EF4-FFF2-40B4-BE49-F238E27FC236}">
                <a16:creationId xmlns:a16="http://schemas.microsoft.com/office/drawing/2014/main" id="{F1EA0E0A-8A57-0F25-4056-94813190FD73}"/>
              </a:ext>
            </a:extLst>
          </p:cNvPr>
          <p:cNvSpPr>
            <a:spLocks noGrp="1"/>
          </p:cNvSpPr>
          <p:nvPr>
            <p:ph type="title"/>
          </p:nvPr>
        </p:nvSpPr>
        <p:spPr>
          <a:xfrm>
            <a:off x="6204030" y="4303516"/>
            <a:ext cx="5197032" cy="1038746"/>
          </a:xfrm>
        </p:spPr>
        <p:txBody>
          <a:bodyPr/>
          <a:lstStyle/>
          <a:p>
            <a:r>
              <a:rPr lang="en-US" dirty="0"/>
              <a:t>Using Spread Spectrum</a:t>
            </a:r>
            <a:br>
              <a:rPr lang="en-US" dirty="0"/>
            </a:br>
            <a:r>
              <a:rPr lang="en-US" dirty="0"/>
              <a:t>                   with </a:t>
            </a:r>
            <a:br>
              <a:rPr lang="en-US" dirty="0"/>
            </a:br>
            <a:r>
              <a:rPr lang="en-US" dirty="0"/>
              <a:t>Narrow Band Channels</a:t>
            </a:r>
          </a:p>
        </p:txBody>
      </p:sp>
      <p:sp>
        <p:nvSpPr>
          <p:cNvPr id="2" name="Footer Placeholder 1">
            <a:extLst>
              <a:ext uri="{FF2B5EF4-FFF2-40B4-BE49-F238E27FC236}">
                <a16:creationId xmlns:a16="http://schemas.microsoft.com/office/drawing/2014/main" id="{86EEF2A0-D3F0-0E71-F1EF-2702E252AAA3}"/>
              </a:ext>
            </a:extLst>
          </p:cNvPr>
          <p:cNvSpPr>
            <a:spLocks noGrp="1"/>
          </p:cNvSpPr>
          <p:nvPr>
            <p:ph type="ftr" sz="quarter" idx="3"/>
            <p:custDataLst>
              <p:tags r:id="rId1"/>
            </p:custDataLst>
          </p:nvPr>
        </p:nvSpPr>
        <p:spPr/>
        <p:txBody>
          <a:bodyPr/>
          <a:lstStyle/>
          <a:p>
            <a:r>
              <a:rPr lang="en-US"/>
              <a:t>Raytheon Company - Approved for Public Disclosure</a:t>
            </a:r>
          </a:p>
        </p:txBody>
      </p:sp>
    </p:spTree>
    <p:extLst>
      <p:ext uri="{BB962C8B-B14F-4D97-AF65-F5344CB8AC3E}">
        <p14:creationId xmlns:p14="http://schemas.microsoft.com/office/powerpoint/2010/main" val="2246099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1BE5C-8FD9-13B6-6A3B-A8C189134A4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7F7A1FF-DF0E-13F0-F45A-716755CA5C7B}"/>
              </a:ext>
            </a:extLst>
          </p:cNvPr>
          <p:cNvSpPr>
            <a:spLocks noGrp="1"/>
          </p:cNvSpPr>
          <p:nvPr>
            <p:ph type="body" sz="quarter" idx="13"/>
          </p:nvPr>
        </p:nvSpPr>
        <p:spPr>
          <a:xfrm>
            <a:off x="676657" y="1313502"/>
            <a:ext cx="10829543" cy="4315200"/>
          </a:xfrm>
        </p:spPr>
        <p:txBody>
          <a:bodyPr/>
          <a:lstStyle/>
          <a:p>
            <a:r>
              <a:rPr lang="en-US" dirty="0"/>
              <a:t>Spread spectrum has the advantages of:</a:t>
            </a:r>
          </a:p>
          <a:p>
            <a:pPr lvl="1">
              <a:buFont typeface="Wingdings" panose="05000000000000000000" pitchFamily="2" charset="2"/>
              <a:buChar char="Ø"/>
            </a:pPr>
            <a:r>
              <a:rPr lang="en-US" dirty="0"/>
              <a:t>Reducing detectability</a:t>
            </a:r>
          </a:p>
          <a:p>
            <a:pPr lvl="1">
              <a:buFont typeface="Wingdings" panose="05000000000000000000" pitchFamily="2" charset="2"/>
              <a:buChar char="Ø"/>
            </a:pPr>
            <a:r>
              <a:rPr lang="en-US" dirty="0"/>
              <a:t>Mitigating various forms of fading </a:t>
            </a:r>
          </a:p>
          <a:p>
            <a:pPr lvl="1">
              <a:buFont typeface="Wingdings" panose="05000000000000000000" pitchFamily="2" charset="2"/>
              <a:buChar char="Ø"/>
            </a:pPr>
            <a:r>
              <a:rPr lang="en-US" dirty="0"/>
              <a:t>Enhancing resilience to external and self-interference </a:t>
            </a:r>
          </a:p>
          <a:p>
            <a:r>
              <a:rPr lang="en-US" dirty="0"/>
              <a:t>Raytheon’s typical wireless radios use a combination of spread spectrum and frequency hopping to achieve resilience against eavesdropping and combat jamming  </a:t>
            </a:r>
          </a:p>
          <a:p>
            <a:r>
              <a:rPr lang="en-US" dirty="0"/>
              <a:t>Spread spectrum is avoided for narrowband channels (10s of Hz) because the room (frequency band) for spreading is limited</a:t>
            </a:r>
          </a:p>
          <a:p>
            <a:endParaRPr lang="en-US" dirty="0"/>
          </a:p>
        </p:txBody>
      </p:sp>
      <p:sp>
        <p:nvSpPr>
          <p:cNvPr id="2" name="Title 1">
            <a:extLst>
              <a:ext uri="{FF2B5EF4-FFF2-40B4-BE49-F238E27FC236}">
                <a16:creationId xmlns:a16="http://schemas.microsoft.com/office/drawing/2014/main" id="{2B735117-D31F-236B-BD2A-0EAD7E1C7E23}"/>
              </a:ext>
            </a:extLst>
          </p:cNvPr>
          <p:cNvSpPr>
            <a:spLocks noGrp="1"/>
          </p:cNvSpPr>
          <p:nvPr>
            <p:ph type="title"/>
          </p:nvPr>
        </p:nvSpPr>
        <p:spPr/>
        <p:txBody>
          <a:bodyPr/>
          <a:lstStyle/>
          <a:p>
            <a:r>
              <a:rPr lang="en-US" dirty="0"/>
              <a:t>Spread Spectrum for Wireless Channels</a:t>
            </a:r>
          </a:p>
        </p:txBody>
      </p:sp>
      <p:sp>
        <p:nvSpPr>
          <p:cNvPr id="5" name="Text Placeholder 4">
            <a:extLst>
              <a:ext uri="{FF2B5EF4-FFF2-40B4-BE49-F238E27FC236}">
                <a16:creationId xmlns:a16="http://schemas.microsoft.com/office/drawing/2014/main" id="{87A799A2-009C-DEAE-0946-4AB5F846B97A}"/>
              </a:ext>
            </a:extLst>
          </p:cNvPr>
          <p:cNvSpPr>
            <a:spLocks noGrp="1"/>
          </p:cNvSpPr>
          <p:nvPr>
            <p:ph type="body" sz="quarter" idx="15"/>
          </p:nvPr>
        </p:nvSpPr>
        <p:spPr/>
        <p:txBody>
          <a:bodyPr/>
          <a:lstStyle/>
          <a:p>
            <a:r>
              <a:rPr lang="en-US" dirty="0"/>
              <a:t>Although needed, spread spectrum is avoided with narrow band channels</a:t>
            </a:r>
          </a:p>
        </p:txBody>
      </p:sp>
      <p:sp>
        <p:nvSpPr>
          <p:cNvPr id="3" name="Slide Number Placeholder 2">
            <a:extLst>
              <a:ext uri="{FF2B5EF4-FFF2-40B4-BE49-F238E27FC236}">
                <a16:creationId xmlns:a16="http://schemas.microsoft.com/office/drawing/2014/main" id="{49840C33-3659-B52E-617B-92F50215B8E2}"/>
              </a:ext>
            </a:extLst>
          </p:cNvPr>
          <p:cNvSpPr>
            <a:spLocks noGrp="1"/>
          </p:cNvSpPr>
          <p:nvPr>
            <p:ph type="sldNum" sz="quarter" idx="4"/>
          </p:nvPr>
        </p:nvSpPr>
        <p:spPr/>
        <p:txBody>
          <a:bodyPr/>
          <a:lstStyle/>
          <a:p>
            <a:fld id="{07165E6F-54ED-4977-A15E-D44BE7238A65}" type="slidenum">
              <a:rPr lang="en-US" smtClean="0"/>
              <a:pPr/>
              <a:t>2</a:t>
            </a:fld>
            <a:endParaRPr lang="en-US"/>
          </a:p>
        </p:txBody>
      </p:sp>
      <p:sp>
        <p:nvSpPr>
          <p:cNvPr id="6" name="Footer Placeholder 5">
            <a:extLst>
              <a:ext uri="{FF2B5EF4-FFF2-40B4-BE49-F238E27FC236}">
                <a16:creationId xmlns:a16="http://schemas.microsoft.com/office/drawing/2014/main" id="{834FDD34-D1C6-148D-B384-28B372C7ECA4}"/>
              </a:ext>
            </a:extLst>
          </p:cNvPr>
          <p:cNvSpPr>
            <a:spLocks noGrp="1"/>
          </p:cNvSpPr>
          <p:nvPr>
            <p:ph type="ftr" sz="quarter" idx="3"/>
            <p:custDataLst>
              <p:tags r:id="rId1"/>
            </p:custDataLst>
          </p:nvPr>
        </p:nvSpPr>
        <p:spPr/>
        <p:txBody>
          <a:bodyPr/>
          <a:lstStyle/>
          <a:p>
            <a:r>
              <a:rPr lang="en-US"/>
              <a:t>Raytheon Company - Approved for Public Disclosure</a:t>
            </a:r>
          </a:p>
        </p:txBody>
      </p:sp>
    </p:spTree>
    <p:extLst>
      <p:ext uri="{BB962C8B-B14F-4D97-AF65-F5344CB8AC3E}">
        <p14:creationId xmlns:p14="http://schemas.microsoft.com/office/powerpoint/2010/main" val="631454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Text Placeholder 459">
            <a:extLst>
              <a:ext uri="{FF2B5EF4-FFF2-40B4-BE49-F238E27FC236}">
                <a16:creationId xmlns:a16="http://schemas.microsoft.com/office/drawing/2014/main" id="{081E8923-B963-A216-EF76-172E33F876C9}"/>
              </a:ext>
            </a:extLst>
          </p:cNvPr>
          <p:cNvSpPr>
            <a:spLocks noGrp="1"/>
          </p:cNvSpPr>
          <p:nvPr>
            <p:ph type="body" sz="quarter" idx="21"/>
          </p:nvPr>
        </p:nvSpPr>
        <p:spPr>
          <a:xfrm>
            <a:off x="695325" y="1572733"/>
            <a:ext cx="3419475" cy="590931"/>
          </a:xfrm>
        </p:spPr>
        <p:txBody>
          <a:bodyPr/>
          <a:lstStyle/>
          <a:p>
            <a:r>
              <a:rPr lang="en-US" dirty="0"/>
              <a:t>The use of spread spectrum with frequency hopping</a:t>
            </a:r>
          </a:p>
        </p:txBody>
      </p:sp>
      <p:sp>
        <p:nvSpPr>
          <p:cNvPr id="456" name="Title 455">
            <a:extLst>
              <a:ext uri="{FF2B5EF4-FFF2-40B4-BE49-F238E27FC236}">
                <a16:creationId xmlns:a16="http://schemas.microsoft.com/office/drawing/2014/main" id="{E379FD07-3C72-2B3F-B3FA-AA0166837FBC}"/>
              </a:ext>
            </a:extLst>
          </p:cNvPr>
          <p:cNvSpPr>
            <a:spLocks noGrp="1"/>
          </p:cNvSpPr>
          <p:nvPr>
            <p:ph type="title"/>
          </p:nvPr>
        </p:nvSpPr>
        <p:spPr/>
        <p:txBody>
          <a:bodyPr/>
          <a:lstStyle/>
          <a:p>
            <a:r>
              <a:rPr lang="en-US" dirty="0"/>
              <a:t>Reviews</a:t>
            </a:r>
          </a:p>
        </p:txBody>
      </p:sp>
      <p:sp>
        <p:nvSpPr>
          <p:cNvPr id="457" name="Text Placeholder 456">
            <a:extLst>
              <a:ext uri="{FF2B5EF4-FFF2-40B4-BE49-F238E27FC236}">
                <a16:creationId xmlns:a16="http://schemas.microsoft.com/office/drawing/2014/main" id="{F6244C40-B306-B7B5-E073-363F05CDB41A}"/>
              </a:ext>
            </a:extLst>
          </p:cNvPr>
          <p:cNvSpPr>
            <a:spLocks noGrp="1"/>
          </p:cNvSpPr>
          <p:nvPr>
            <p:ph type="body" sz="quarter" idx="13"/>
          </p:nvPr>
        </p:nvSpPr>
        <p:spPr>
          <a:xfrm>
            <a:off x="694944" y="2247900"/>
            <a:ext cx="4042992" cy="3227867"/>
          </a:xfrm>
        </p:spPr>
        <p:txBody>
          <a:bodyPr/>
          <a:lstStyle/>
          <a:p>
            <a:r>
              <a:rPr lang="en-US" dirty="0"/>
              <a:t>Mixing frequency hopping and spread spectrum offers resilience against eavesdroppers and jammers. </a:t>
            </a:r>
          </a:p>
          <a:p>
            <a:r>
              <a:rPr lang="en-US" dirty="0"/>
              <a:t>It is hard to synchronize with the frequency sub-band at any given moment.</a:t>
            </a:r>
          </a:p>
          <a:p>
            <a:r>
              <a:rPr lang="en-US" dirty="0"/>
              <a:t>Even if there is sync, spread spectrum makes the signal appear as background noise. </a:t>
            </a:r>
          </a:p>
        </p:txBody>
      </p:sp>
      <p:sp>
        <p:nvSpPr>
          <p:cNvPr id="458" name="Text Placeholder 457">
            <a:extLst>
              <a:ext uri="{FF2B5EF4-FFF2-40B4-BE49-F238E27FC236}">
                <a16:creationId xmlns:a16="http://schemas.microsoft.com/office/drawing/2014/main" id="{BB3E4FA3-C235-9898-B7F4-1983B574BA7A}"/>
              </a:ext>
            </a:extLst>
          </p:cNvPr>
          <p:cNvSpPr>
            <a:spLocks noGrp="1"/>
          </p:cNvSpPr>
          <p:nvPr>
            <p:ph type="body" sz="quarter" idx="15"/>
          </p:nvPr>
        </p:nvSpPr>
        <p:spPr>
          <a:xfrm>
            <a:off x="694944" y="5865760"/>
            <a:ext cx="10820399" cy="320088"/>
          </a:xfrm>
        </p:spPr>
        <p:txBody>
          <a:bodyPr/>
          <a:lstStyle/>
          <a:p>
            <a:r>
              <a:rPr lang="en-US" dirty="0"/>
              <a:t>With a narrowband channel, there is no room for frequency hopping and spread spectrum</a:t>
            </a:r>
          </a:p>
        </p:txBody>
      </p:sp>
      <p:sp>
        <p:nvSpPr>
          <p:cNvPr id="3" name="Slide Number Placeholder 2">
            <a:extLst>
              <a:ext uri="{FF2B5EF4-FFF2-40B4-BE49-F238E27FC236}">
                <a16:creationId xmlns:a16="http://schemas.microsoft.com/office/drawing/2014/main" id="{0B6A8546-C09E-DCBD-B84D-31C95FEA9BC2}"/>
              </a:ext>
            </a:extLst>
          </p:cNvPr>
          <p:cNvSpPr>
            <a:spLocks noGrp="1"/>
          </p:cNvSpPr>
          <p:nvPr>
            <p:ph type="sldNum" sz="quarter" idx="4"/>
          </p:nvPr>
        </p:nvSpPr>
        <p:spPr/>
        <p:txBody>
          <a:bodyPr/>
          <a:lstStyle/>
          <a:p>
            <a:fld id="{07165E6F-54ED-4977-A15E-D44BE7238A65}" type="slidenum">
              <a:rPr lang="en-US" smtClean="0"/>
              <a:pPr/>
              <a:t>3</a:t>
            </a:fld>
            <a:endParaRPr lang="en-US"/>
          </a:p>
        </p:txBody>
      </p:sp>
      <p:pic>
        <p:nvPicPr>
          <p:cNvPr id="482" name="Picture 481">
            <a:extLst>
              <a:ext uri="{FF2B5EF4-FFF2-40B4-BE49-F238E27FC236}">
                <a16:creationId xmlns:a16="http://schemas.microsoft.com/office/drawing/2014/main" id="{6BDD3447-8400-02DC-5FA3-4CA87E13B13C}"/>
              </a:ext>
            </a:extLst>
          </p:cNvPr>
          <p:cNvPicPr>
            <a:picLocks noChangeAspect="1"/>
          </p:cNvPicPr>
          <p:nvPr/>
        </p:nvPicPr>
        <p:blipFill>
          <a:blip r:embed="rId4"/>
          <a:stretch>
            <a:fillRect/>
          </a:stretch>
        </p:blipFill>
        <p:spPr>
          <a:xfrm>
            <a:off x="4909981" y="1572733"/>
            <a:ext cx="6002819" cy="3903034"/>
          </a:xfrm>
          <a:prstGeom prst="rect">
            <a:avLst/>
          </a:prstGeom>
        </p:spPr>
      </p:pic>
      <p:sp>
        <p:nvSpPr>
          <p:cNvPr id="2" name="Footer Placeholder 1">
            <a:extLst>
              <a:ext uri="{FF2B5EF4-FFF2-40B4-BE49-F238E27FC236}">
                <a16:creationId xmlns:a16="http://schemas.microsoft.com/office/drawing/2014/main" id="{1801E8DF-D22C-93DE-9BF8-9DE712EE12BC}"/>
              </a:ext>
            </a:extLst>
          </p:cNvPr>
          <p:cNvSpPr>
            <a:spLocks noGrp="1"/>
          </p:cNvSpPr>
          <p:nvPr>
            <p:ph type="ftr" sz="quarter" idx="3"/>
            <p:custDataLst>
              <p:tags r:id="rId1"/>
            </p:custDataLst>
          </p:nvPr>
        </p:nvSpPr>
        <p:spPr/>
        <p:txBody>
          <a:bodyPr/>
          <a:lstStyle/>
          <a:p>
            <a:r>
              <a:rPr lang="en-US"/>
              <a:t>Raytheon Company - Approved for Public Disclosure</a:t>
            </a:r>
          </a:p>
        </p:txBody>
      </p:sp>
    </p:spTree>
    <p:extLst>
      <p:ext uri="{BB962C8B-B14F-4D97-AF65-F5344CB8AC3E}">
        <p14:creationId xmlns:p14="http://schemas.microsoft.com/office/powerpoint/2010/main" val="707011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58" name="Text Placeholder 457">
                <a:extLst>
                  <a:ext uri="{FF2B5EF4-FFF2-40B4-BE49-F238E27FC236}">
                    <a16:creationId xmlns:a16="http://schemas.microsoft.com/office/drawing/2014/main" id="{0BB2D8BF-CEBE-8B3B-3780-EDC364945EFF}"/>
                  </a:ext>
                </a:extLst>
              </p:cNvPr>
              <p:cNvSpPr>
                <a:spLocks noGrp="1"/>
              </p:cNvSpPr>
              <p:nvPr>
                <p:ph type="body" sz="quarter" idx="13"/>
              </p:nvPr>
            </p:nvSpPr>
            <p:spPr>
              <a:xfrm>
                <a:off x="696432" y="1718924"/>
                <a:ext cx="5247167" cy="4069432"/>
              </a:xfrm>
            </p:spPr>
            <p:txBody>
              <a:bodyPr/>
              <a:lstStyle/>
              <a:p>
                <a:r>
                  <a:rPr lang="en-US" sz="2000" dirty="0"/>
                  <a:t>The spread signal is like noise</a:t>
                </a:r>
              </a:p>
              <a:p>
                <a:r>
                  <a:rPr lang="en-US" sz="2000" dirty="0"/>
                  <a:t>The existence of harmonics is a telltale of a modulated symbol. </a:t>
                </a:r>
              </a:p>
              <a:p>
                <a:r>
                  <a:rPr lang="en-US" sz="2000" dirty="0"/>
                  <a:t>Increasing the spreading factor means decreasing the ratio of </a:t>
                </a:r>
                <a14:m>
                  <m:oMath xmlns:m="http://schemas.openxmlformats.org/officeDocument/2006/math">
                    <m:f>
                      <m:fPr>
                        <m:ctrlPr>
                          <a:rPr lang="en-US" sz="2000" i="1" dirty="0">
                            <a:latin typeface="Cambria Math" panose="02040503050406030204" pitchFamily="18" charset="0"/>
                          </a:rPr>
                        </m:ctrlPr>
                      </m:fPr>
                      <m:num>
                        <m:sSub>
                          <m:sSubPr>
                            <m:ctrlPr>
                              <a:rPr lang="en-US" sz="2000" i="1" dirty="0">
                                <a:latin typeface="Cambria Math" panose="02040503050406030204" pitchFamily="18" charset="0"/>
                              </a:rPr>
                            </m:ctrlPr>
                          </m:sSubPr>
                          <m:e>
                            <m:r>
                              <a:rPr lang="en-US" sz="2000" i="1" dirty="0">
                                <a:latin typeface="Cambria Math" panose="02040503050406030204" pitchFamily="18" charset="0"/>
                              </a:rPr>
                              <m:t>𝑇</m:t>
                            </m:r>
                          </m:e>
                          <m:sub>
                            <m:r>
                              <a:rPr lang="en-US" sz="2000" i="1" dirty="0">
                                <a:latin typeface="Cambria Math" panose="02040503050406030204" pitchFamily="18" charset="0"/>
                              </a:rPr>
                              <m:t>𝑐</m:t>
                            </m:r>
                          </m:sub>
                        </m:sSub>
                      </m:num>
                      <m:den>
                        <m:sSub>
                          <m:sSubPr>
                            <m:ctrlPr>
                              <a:rPr lang="en-US" sz="2000" i="1" dirty="0">
                                <a:latin typeface="Cambria Math" panose="02040503050406030204" pitchFamily="18" charset="0"/>
                              </a:rPr>
                            </m:ctrlPr>
                          </m:sSubPr>
                          <m:e>
                            <m:r>
                              <a:rPr lang="en-US" sz="2000" i="1" dirty="0">
                                <a:latin typeface="Cambria Math" panose="02040503050406030204" pitchFamily="18" charset="0"/>
                              </a:rPr>
                              <m:t>𝑇</m:t>
                            </m:r>
                          </m:e>
                          <m:sub>
                            <m:r>
                              <a:rPr lang="en-US" sz="2000" i="1" dirty="0">
                                <a:latin typeface="Cambria Math" panose="02040503050406030204" pitchFamily="18" charset="0"/>
                              </a:rPr>
                              <m:t>𝑏</m:t>
                            </m:r>
                          </m:sub>
                        </m:sSub>
                      </m:den>
                    </m:f>
                  </m:oMath>
                </a14:m>
                <a:r>
                  <a:rPr lang="en-US" sz="2000" dirty="0"/>
                  <a:t>. </a:t>
                </a:r>
              </a:p>
              <a:p>
                <a:r>
                  <a:rPr lang="en-US" sz="2000" dirty="0"/>
                  <a:t>We should strive to at least line the main (center) harmonic of the spread signal within the sub-band frequency range, such that spreading makes the signal as close to low-power noise as possible.  </a:t>
                </a:r>
              </a:p>
              <a:p>
                <a:endParaRPr lang="en-US" dirty="0"/>
              </a:p>
            </p:txBody>
          </p:sp>
        </mc:Choice>
        <mc:Fallback xmlns="">
          <p:sp>
            <p:nvSpPr>
              <p:cNvPr id="458" name="Text Placeholder 457">
                <a:extLst>
                  <a:ext uri="{FF2B5EF4-FFF2-40B4-BE49-F238E27FC236}">
                    <a16:creationId xmlns:a16="http://schemas.microsoft.com/office/drawing/2014/main" id="{0BB2D8BF-CEBE-8B3B-3780-EDC364945EFF}"/>
                  </a:ext>
                </a:extLst>
              </p:cNvPr>
              <p:cNvSpPr>
                <a:spLocks noGrp="1" noRot="1" noChangeAspect="1" noMove="1" noResize="1" noEditPoints="1" noAdjustHandles="1" noChangeArrowheads="1" noChangeShapeType="1" noTextEdit="1"/>
              </p:cNvSpPr>
              <p:nvPr>
                <p:ph type="body" sz="quarter" idx="13"/>
              </p:nvPr>
            </p:nvSpPr>
            <p:spPr>
              <a:xfrm>
                <a:off x="696432" y="1718924"/>
                <a:ext cx="5247167" cy="4069432"/>
              </a:xfrm>
              <a:blipFill>
                <a:blip r:embed="rId4"/>
                <a:stretch>
                  <a:fillRect l="-2787" t="-1796"/>
                </a:stretch>
              </a:blipFill>
            </p:spPr>
            <p:txBody>
              <a:bodyPr/>
              <a:lstStyle/>
              <a:p>
                <a:r>
                  <a:rPr lang="en-US">
                    <a:noFill/>
                  </a:rPr>
                  <a:t> </a:t>
                </a:r>
              </a:p>
            </p:txBody>
          </p:sp>
        </mc:Fallback>
      </mc:AlternateContent>
      <p:sp>
        <p:nvSpPr>
          <p:cNvPr id="460" name="Text Placeholder 459">
            <a:extLst>
              <a:ext uri="{FF2B5EF4-FFF2-40B4-BE49-F238E27FC236}">
                <a16:creationId xmlns:a16="http://schemas.microsoft.com/office/drawing/2014/main" id="{6F52FE0B-F222-B222-359F-31E596A41FE9}"/>
              </a:ext>
            </a:extLst>
          </p:cNvPr>
          <p:cNvSpPr>
            <a:spLocks noGrp="1"/>
          </p:cNvSpPr>
          <p:nvPr>
            <p:ph type="body" sz="quarter" idx="21"/>
          </p:nvPr>
        </p:nvSpPr>
        <p:spPr>
          <a:xfrm>
            <a:off x="695879" y="1009465"/>
            <a:ext cx="5248274" cy="341632"/>
          </a:xfrm>
        </p:spPr>
        <p:txBody>
          <a:bodyPr/>
          <a:lstStyle/>
          <a:p>
            <a:r>
              <a:rPr lang="en-US" dirty="0"/>
              <a:t>Spread spectrum hides the RF signal</a:t>
            </a:r>
          </a:p>
        </p:txBody>
      </p:sp>
      <p:sp>
        <p:nvSpPr>
          <p:cNvPr id="461" name="Text Placeholder 460">
            <a:extLst>
              <a:ext uri="{FF2B5EF4-FFF2-40B4-BE49-F238E27FC236}">
                <a16:creationId xmlns:a16="http://schemas.microsoft.com/office/drawing/2014/main" id="{77E457F6-015E-9060-297A-33BFF76862DA}"/>
              </a:ext>
            </a:extLst>
          </p:cNvPr>
          <p:cNvSpPr>
            <a:spLocks noGrp="1"/>
          </p:cNvSpPr>
          <p:nvPr>
            <p:ph type="body" sz="quarter" idx="22"/>
          </p:nvPr>
        </p:nvSpPr>
        <p:spPr>
          <a:xfrm>
            <a:off x="6218341" y="4999192"/>
            <a:ext cx="5248274" cy="341632"/>
          </a:xfrm>
        </p:spPr>
        <p:txBody>
          <a:bodyPr/>
          <a:lstStyle/>
          <a:p>
            <a:r>
              <a:rPr lang="en-US" dirty="0"/>
              <a:t>Frequency domain Spread v non-spread signal</a:t>
            </a:r>
          </a:p>
        </p:txBody>
      </p:sp>
      <p:sp>
        <p:nvSpPr>
          <p:cNvPr id="457" name="Title 456">
            <a:extLst>
              <a:ext uri="{FF2B5EF4-FFF2-40B4-BE49-F238E27FC236}">
                <a16:creationId xmlns:a16="http://schemas.microsoft.com/office/drawing/2014/main" id="{51EB40F4-1BC2-B6EC-8383-194E5A91EB4C}"/>
              </a:ext>
            </a:extLst>
          </p:cNvPr>
          <p:cNvSpPr>
            <a:spLocks noGrp="1"/>
          </p:cNvSpPr>
          <p:nvPr>
            <p:ph type="title"/>
          </p:nvPr>
        </p:nvSpPr>
        <p:spPr/>
        <p:txBody>
          <a:bodyPr/>
          <a:lstStyle/>
          <a:p>
            <a:r>
              <a:rPr lang="en-US" dirty="0"/>
              <a:t>Reviews</a:t>
            </a:r>
          </a:p>
        </p:txBody>
      </p:sp>
      <p:sp>
        <p:nvSpPr>
          <p:cNvPr id="459" name="Text Placeholder 458">
            <a:extLst>
              <a:ext uri="{FF2B5EF4-FFF2-40B4-BE49-F238E27FC236}">
                <a16:creationId xmlns:a16="http://schemas.microsoft.com/office/drawing/2014/main" id="{28F3DEF9-B19A-77A5-6BD5-09D4018D7D9E}"/>
              </a:ext>
            </a:extLst>
          </p:cNvPr>
          <p:cNvSpPr>
            <a:spLocks noGrp="1"/>
          </p:cNvSpPr>
          <p:nvPr>
            <p:ph type="body" sz="quarter" idx="15"/>
          </p:nvPr>
        </p:nvSpPr>
        <p:spPr/>
        <p:txBody>
          <a:bodyPr/>
          <a:lstStyle/>
          <a:p>
            <a:r>
              <a:rPr lang="en-US" dirty="0"/>
              <a:t>Maximizing spreading with the narrowband channel is needed</a:t>
            </a:r>
          </a:p>
        </p:txBody>
      </p:sp>
      <p:sp>
        <p:nvSpPr>
          <p:cNvPr id="4" name="Slide Number Placeholder 3">
            <a:extLst>
              <a:ext uri="{FF2B5EF4-FFF2-40B4-BE49-F238E27FC236}">
                <a16:creationId xmlns:a16="http://schemas.microsoft.com/office/drawing/2014/main" id="{841E2F8E-89B6-BD04-4337-6C26100B9E06}"/>
              </a:ext>
            </a:extLst>
          </p:cNvPr>
          <p:cNvSpPr>
            <a:spLocks noGrp="1"/>
          </p:cNvSpPr>
          <p:nvPr>
            <p:ph type="sldNum" sz="quarter" idx="4"/>
          </p:nvPr>
        </p:nvSpPr>
        <p:spPr/>
        <p:txBody>
          <a:bodyPr/>
          <a:lstStyle/>
          <a:p>
            <a:fld id="{07165E6F-54ED-4977-A15E-D44BE7238A65}" type="slidenum">
              <a:rPr lang="en-US" smtClean="0"/>
              <a:pPr/>
              <a:t>4</a:t>
            </a:fld>
            <a:endParaRPr lang="en-US"/>
          </a:p>
        </p:txBody>
      </p:sp>
      <p:pic>
        <p:nvPicPr>
          <p:cNvPr id="513" name="Picture 512">
            <a:extLst>
              <a:ext uri="{FF2B5EF4-FFF2-40B4-BE49-F238E27FC236}">
                <a16:creationId xmlns:a16="http://schemas.microsoft.com/office/drawing/2014/main" id="{2D00DB29-77E6-F0C9-E4F6-57DE6C7182F7}"/>
              </a:ext>
            </a:extLst>
          </p:cNvPr>
          <p:cNvPicPr>
            <a:picLocks noChangeAspect="1"/>
          </p:cNvPicPr>
          <p:nvPr/>
        </p:nvPicPr>
        <p:blipFill>
          <a:blip r:embed="rId5"/>
          <a:stretch>
            <a:fillRect/>
          </a:stretch>
        </p:blipFill>
        <p:spPr>
          <a:xfrm>
            <a:off x="6151274" y="2479516"/>
            <a:ext cx="5382409" cy="2225834"/>
          </a:xfrm>
          <a:prstGeom prst="rect">
            <a:avLst/>
          </a:prstGeom>
        </p:spPr>
      </p:pic>
      <p:sp>
        <p:nvSpPr>
          <p:cNvPr id="2" name="Footer Placeholder 1">
            <a:extLst>
              <a:ext uri="{FF2B5EF4-FFF2-40B4-BE49-F238E27FC236}">
                <a16:creationId xmlns:a16="http://schemas.microsoft.com/office/drawing/2014/main" id="{F57CB6FD-20E5-CDDB-746B-440DFB13D126}"/>
              </a:ext>
            </a:extLst>
          </p:cNvPr>
          <p:cNvSpPr>
            <a:spLocks noGrp="1"/>
          </p:cNvSpPr>
          <p:nvPr>
            <p:ph type="ftr" sz="quarter" idx="3"/>
            <p:custDataLst>
              <p:tags r:id="rId1"/>
            </p:custDataLst>
          </p:nvPr>
        </p:nvSpPr>
        <p:spPr/>
        <p:txBody>
          <a:bodyPr/>
          <a:lstStyle/>
          <a:p>
            <a:r>
              <a:rPr lang="en-US"/>
              <a:t>Raytheon Company - Approved for Public Disclosure</a:t>
            </a:r>
          </a:p>
        </p:txBody>
      </p:sp>
    </p:spTree>
    <p:extLst>
      <p:ext uri="{BB962C8B-B14F-4D97-AF65-F5344CB8AC3E}">
        <p14:creationId xmlns:p14="http://schemas.microsoft.com/office/powerpoint/2010/main" val="2949816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1D50BC0-12BC-C318-E00D-F6474942760D}"/>
              </a:ext>
            </a:extLst>
          </p:cNvPr>
          <p:cNvSpPr>
            <a:spLocks noGrp="1"/>
          </p:cNvSpPr>
          <p:nvPr>
            <p:ph type="body" sz="quarter" idx="13"/>
          </p:nvPr>
        </p:nvSpPr>
        <p:spPr>
          <a:xfrm>
            <a:off x="694944" y="1819339"/>
            <a:ext cx="5475768" cy="3476575"/>
          </a:xfrm>
        </p:spPr>
        <p:txBody>
          <a:bodyPr/>
          <a:lstStyle/>
          <a:p>
            <a:r>
              <a:rPr lang="en-US" sz="2000" dirty="0"/>
              <a:t>Engineers strive to create orthogonal codes</a:t>
            </a:r>
          </a:p>
          <a:p>
            <a:r>
              <a:rPr lang="en-US" sz="2000" dirty="0"/>
              <a:t>This minimizes self-interference</a:t>
            </a:r>
          </a:p>
          <a:p>
            <a:pPr lvl="1"/>
            <a:r>
              <a:rPr lang="en-US" dirty="0"/>
              <a:t>If we transmit 2 signals at the same time using the same frequency sub-band, the two signals would not interfere with each other because the spreading codes are orthogonal to each other</a:t>
            </a:r>
          </a:p>
          <a:p>
            <a:pPr lvl="1"/>
            <a:r>
              <a:rPr lang="en-US" dirty="0"/>
              <a:t>Each is background noise to the other</a:t>
            </a:r>
          </a:p>
          <a:p>
            <a:r>
              <a:rPr lang="en-US" sz="2000" dirty="0"/>
              <a:t>The Hadamard matrix is a form of maximizing the number of orthogonal spreading codes for a given spreading factor </a:t>
            </a:r>
          </a:p>
          <a:p>
            <a:endParaRPr lang="en-US" dirty="0"/>
          </a:p>
        </p:txBody>
      </p:sp>
      <p:sp>
        <p:nvSpPr>
          <p:cNvPr id="3" name="Text Placeholder 2">
            <a:extLst>
              <a:ext uri="{FF2B5EF4-FFF2-40B4-BE49-F238E27FC236}">
                <a16:creationId xmlns:a16="http://schemas.microsoft.com/office/drawing/2014/main" id="{A60069DD-7C12-F78A-FBCE-FB233098DE59}"/>
              </a:ext>
            </a:extLst>
          </p:cNvPr>
          <p:cNvSpPr>
            <a:spLocks noGrp="1"/>
          </p:cNvSpPr>
          <p:nvPr>
            <p:ph type="body" sz="quarter" idx="21"/>
          </p:nvPr>
        </p:nvSpPr>
        <p:spPr>
          <a:xfrm>
            <a:off x="685800" y="1142686"/>
            <a:ext cx="5248274" cy="341632"/>
          </a:xfrm>
        </p:spPr>
        <p:txBody>
          <a:bodyPr/>
          <a:lstStyle/>
          <a:p>
            <a:r>
              <a:rPr lang="en-US" dirty="0"/>
              <a:t>Orthogonal Spread Codes</a:t>
            </a:r>
          </a:p>
        </p:txBody>
      </p:sp>
      <p:sp>
        <p:nvSpPr>
          <p:cNvPr id="4" name="Text Placeholder 3">
            <a:extLst>
              <a:ext uri="{FF2B5EF4-FFF2-40B4-BE49-F238E27FC236}">
                <a16:creationId xmlns:a16="http://schemas.microsoft.com/office/drawing/2014/main" id="{D1681365-DCBF-2E36-35E2-297D7120F214}"/>
              </a:ext>
            </a:extLst>
          </p:cNvPr>
          <p:cNvSpPr>
            <a:spLocks noGrp="1"/>
          </p:cNvSpPr>
          <p:nvPr>
            <p:ph type="body" sz="quarter" idx="22"/>
          </p:nvPr>
        </p:nvSpPr>
        <p:spPr>
          <a:xfrm>
            <a:off x="6267069" y="1199292"/>
            <a:ext cx="5248274" cy="341632"/>
          </a:xfrm>
        </p:spPr>
        <p:txBody>
          <a:bodyPr/>
          <a:lstStyle/>
          <a:p>
            <a:r>
              <a:rPr lang="en-US" dirty="0"/>
              <a:t>What to do with a narrow band channel?</a:t>
            </a:r>
          </a:p>
        </p:txBody>
      </p:sp>
      <p:sp>
        <p:nvSpPr>
          <p:cNvPr id="5" name="Title 4">
            <a:extLst>
              <a:ext uri="{FF2B5EF4-FFF2-40B4-BE49-F238E27FC236}">
                <a16:creationId xmlns:a16="http://schemas.microsoft.com/office/drawing/2014/main" id="{C94CC62E-CE49-951E-0822-E459484FEA24}"/>
              </a:ext>
            </a:extLst>
          </p:cNvPr>
          <p:cNvSpPr>
            <a:spLocks noGrp="1"/>
          </p:cNvSpPr>
          <p:nvPr>
            <p:ph type="title"/>
          </p:nvPr>
        </p:nvSpPr>
        <p:spPr/>
        <p:txBody>
          <a:bodyPr/>
          <a:lstStyle/>
          <a:p>
            <a:r>
              <a:rPr lang="en-US" dirty="0"/>
              <a:t>Review</a:t>
            </a:r>
          </a:p>
        </p:txBody>
      </p:sp>
      <p:sp>
        <p:nvSpPr>
          <p:cNvPr id="6" name="Text Placeholder 5">
            <a:extLst>
              <a:ext uri="{FF2B5EF4-FFF2-40B4-BE49-F238E27FC236}">
                <a16:creationId xmlns:a16="http://schemas.microsoft.com/office/drawing/2014/main" id="{0D0A3879-192A-B578-30EC-4FBECC3849BB}"/>
              </a:ext>
            </a:extLst>
          </p:cNvPr>
          <p:cNvSpPr>
            <a:spLocks noGrp="1"/>
          </p:cNvSpPr>
          <p:nvPr>
            <p:ph type="body" sz="quarter" idx="23"/>
          </p:nvPr>
        </p:nvSpPr>
        <p:spPr>
          <a:xfrm>
            <a:off x="6259033" y="1832064"/>
            <a:ext cx="5247167" cy="2852189"/>
          </a:xfrm>
        </p:spPr>
        <p:txBody>
          <a:bodyPr/>
          <a:lstStyle/>
          <a:p>
            <a:r>
              <a:rPr lang="en-US" sz="2000" dirty="0"/>
              <a:t>For a channel with a bandwidth in the range of 10s of Hertz, the spreading factor we can use is very small and can be meaningless</a:t>
            </a:r>
          </a:p>
          <a:p>
            <a:r>
              <a:rPr lang="en-US" sz="2000" dirty="0"/>
              <a:t>There is no room for frequency hopping</a:t>
            </a:r>
          </a:p>
          <a:p>
            <a:r>
              <a:rPr lang="en-US" sz="2000" dirty="0"/>
              <a:t>Alternatively, if we can increase the number of orthogonal spreading codes, we can </a:t>
            </a:r>
            <a:r>
              <a:rPr lang="en-US" sz="2000" b="1" i="1" dirty="0"/>
              <a:t>hop (cycle) through spreading codes </a:t>
            </a:r>
            <a:r>
              <a:rPr lang="en-US" sz="2000" dirty="0"/>
              <a:t>for evasion</a:t>
            </a:r>
          </a:p>
        </p:txBody>
      </p:sp>
      <p:sp>
        <p:nvSpPr>
          <p:cNvPr id="7" name="Text Placeholder 6">
            <a:extLst>
              <a:ext uri="{FF2B5EF4-FFF2-40B4-BE49-F238E27FC236}">
                <a16:creationId xmlns:a16="http://schemas.microsoft.com/office/drawing/2014/main" id="{DB85C897-FDB0-8146-C5DD-F30F463F573B}"/>
              </a:ext>
            </a:extLst>
          </p:cNvPr>
          <p:cNvSpPr>
            <a:spLocks noGrp="1"/>
          </p:cNvSpPr>
          <p:nvPr>
            <p:ph type="body" sz="quarter" idx="15"/>
          </p:nvPr>
        </p:nvSpPr>
        <p:spPr>
          <a:xfrm>
            <a:off x="694944" y="5373318"/>
            <a:ext cx="10820399" cy="812530"/>
          </a:xfrm>
        </p:spPr>
        <p:txBody>
          <a:bodyPr/>
          <a:lstStyle/>
          <a:p>
            <a:r>
              <a:rPr lang="en-US" dirty="0"/>
              <a:t>If we can maximize the number of orthogonal spreading codes in the narrow band channel, we can compensate for the lack of combined frequency hopping and spread spectrum by cycling through spreading codes</a:t>
            </a:r>
          </a:p>
        </p:txBody>
      </p:sp>
      <p:sp>
        <p:nvSpPr>
          <p:cNvPr id="8" name="Slide Number Placeholder 7">
            <a:extLst>
              <a:ext uri="{FF2B5EF4-FFF2-40B4-BE49-F238E27FC236}">
                <a16:creationId xmlns:a16="http://schemas.microsoft.com/office/drawing/2014/main" id="{9A3A1071-9DFC-9170-E6C6-844188560B1A}"/>
              </a:ext>
            </a:extLst>
          </p:cNvPr>
          <p:cNvSpPr>
            <a:spLocks noGrp="1"/>
          </p:cNvSpPr>
          <p:nvPr>
            <p:ph type="sldNum" sz="quarter" idx="4"/>
          </p:nvPr>
        </p:nvSpPr>
        <p:spPr/>
        <p:txBody>
          <a:bodyPr/>
          <a:lstStyle/>
          <a:p>
            <a:fld id="{07165E6F-54ED-4977-A15E-D44BE7238A65}" type="slidenum">
              <a:rPr lang="en-US" smtClean="0"/>
              <a:pPr/>
              <a:t>5</a:t>
            </a:fld>
            <a:endParaRPr lang="en-US"/>
          </a:p>
        </p:txBody>
      </p:sp>
      <p:sp>
        <p:nvSpPr>
          <p:cNvPr id="9" name="Footer Placeholder 8">
            <a:extLst>
              <a:ext uri="{FF2B5EF4-FFF2-40B4-BE49-F238E27FC236}">
                <a16:creationId xmlns:a16="http://schemas.microsoft.com/office/drawing/2014/main" id="{800E54C0-94C0-527A-9C6A-888066C7A122}"/>
              </a:ext>
            </a:extLst>
          </p:cNvPr>
          <p:cNvSpPr>
            <a:spLocks noGrp="1"/>
          </p:cNvSpPr>
          <p:nvPr>
            <p:ph type="ftr" sz="quarter" idx="3"/>
            <p:custDataLst>
              <p:tags r:id="rId1"/>
            </p:custDataLst>
          </p:nvPr>
        </p:nvSpPr>
        <p:spPr/>
        <p:txBody>
          <a:bodyPr/>
          <a:lstStyle/>
          <a:p>
            <a:r>
              <a:rPr lang="en-US"/>
              <a:t>Raytheon Company - Approved for Public Disclosure</a:t>
            </a:r>
          </a:p>
        </p:txBody>
      </p:sp>
    </p:spTree>
    <p:extLst>
      <p:ext uri="{BB962C8B-B14F-4D97-AF65-F5344CB8AC3E}">
        <p14:creationId xmlns:p14="http://schemas.microsoft.com/office/powerpoint/2010/main" val="1434270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66E56C-CABB-85A3-36C2-0C16FB5E0ACD}"/>
              </a:ext>
            </a:extLst>
          </p:cNvPr>
          <p:cNvSpPr>
            <a:spLocks noGrp="1"/>
          </p:cNvSpPr>
          <p:nvPr>
            <p:ph type="body" sz="quarter" idx="13"/>
          </p:nvPr>
        </p:nvSpPr>
        <p:spPr>
          <a:xfrm>
            <a:off x="694944" y="1055077"/>
            <a:ext cx="10829543" cy="4888087"/>
          </a:xfrm>
        </p:spPr>
        <p:txBody>
          <a:bodyPr/>
          <a:lstStyle/>
          <a:p>
            <a:r>
              <a:rPr lang="en-US" dirty="0"/>
              <a:t>Maximize spread spectrum with narrowband channels</a:t>
            </a:r>
          </a:p>
          <a:p>
            <a:pPr lvl="1"/>
            <a:r>
              <a:rPr lang="en-US" dirty="0"/>
              <a:t>It will allow us to leverage the advantages of spread spectrum</a:t>
            </a:r>
          </a:p>
          <a:p>
            <a:pPr lvl="2">
              <a:buFont typeface="Wingdings" panose="05000000000000000000" pitchFamily="2" charset="2"/>
              <a:buChar char="Ø"/>
            </a:pPr>
            <a:r>
              <a:rPr lang="en-US" sz="1800" dirty="0"/>
              <a:t>Signal hiding</a:t>
            </a:r>
          </a:p>
          <a:p>
            <a:pPr lvl="2">
              <a:buFont typeface="Wingdings" panose="05000000000000000000" pitchFamily="2" charset="2"/>
              <a:buChar char="Ø"/>
            </a:pPr>
            <a:r>
              <a:rPr lang="en-US" sz="1800" dirty="0"/>
              <a:t>Mitigate self and external interference</a:t>
            </a:r>
          </a:p>
          <a:p>
            <a:pPr lvl="1"/>
            <a:r>
              <a:rPr lang="en-US" dirty="0"/>
              <a:t>It will allow us to hop between spreading codes for evasion</a:t>
            </a:r>
          </a:p>
          <a:p>
            <a:r>
              <a:rPr lang="en-US" dirty="0"/>
              <a:t>Some solutions generate a single polynomial or a limited number of known polynomials, given the channel’s parameters:</a:t>
            </a:r>
          </a:p>
          <a:p>
            <a:pPr lvl="1"/>
            <a:r>
              <a:rPr lang="en-US" dirty="0"/>
              <a:t>For example, Kasami generator polynomial can produce a small set of Kasami sequences (primitive polynomial of degree n=6)</a:t>
            </a:r>
          </a:p>
          <a:p>
            <a:pPr lvl="1"/>
            <a:r>
              <a:rPr lang="en-US" dirty="0"/>
              <a:t>The polynomials are Known  --  the signal can be discovered</a:t>
            </a:r>
          </a:p>
          <a:p>
            <a:pPr lvl="1"/>
            <a:r>
              <a:rPr lang="en-US" dirty="0"/>
              <a:t>No room for mitigating self and external interference  </a:t>
            </a:r>
          </a:p>
          <a:p>
            <a:pPr lvl="1"/>
            <a:r>
              <a:rPr lang="en-US" dirty="0"/>
              <a:t>Not enough entries for evasion</a:t>
            </a:r>
          </a:p>
        </p:txBody>
      </p:sp>
      <p:sp>
        <p:nvSpPr>
          <p:cNvPr id="3" name="Title 2">
            <a:extLst>
              <a:ext uri="{FF2B5EF4-FFF2-40B4-BE49-F238E27FC236}">
                <a16:creationId xmlns:a16="http://schemas.microsoft.com/office/drawing/2014/main" id="{066CFB98-F0E5-4E7B-CB6B-4EF9B11AACD1}"/>
              </a:ext>
            </a:extLst>
          </p:cNvPr>
          <p:cNvSpPr>
            <a:spLocks noGrp="1"/>
          </p:cNvSpPr>
          <p:nvPr>
            <p:ph type="title"/>
          </p:nvPr>
        </p:nvSpPr>
        <p:spPr/>
        <p:txBody>
          <a:bodyPr/>
          <a:lstStyle/>
          <a:p>
            <a:r>
              <a:rPr lang="en-US" dirty="0"/>
              <a:t>The Challenge</a:t>
            </a:r>
          </a:p>
        </p:txBody>
      </p:sp>
      <p:sp>
        <p:nvSpPr>
          <p:cNvPr id="4" name="Text Placeholder 3">
            <a:extLst>
              <a:ext uri="{FF2B5EF4-FFF2-40B4-BE49-F238E27FC236}">
                <a16:creationId xmlns:a16="http://schemas.microsoft.com/office/drawing/2014/main" id="{3756AAA1-410D-E0E2-90C0-05FEF3E606EB}"/>
              </a:ext>
            </a:extLst>
          </p:cNvPr>
          <p:cNvSpPr>
            <a:spLocks noGrp="1"/>
          </p:cNvSpPr>
          <p:nvPr>
            <p:ph type="body" sz="quarter" idx="15"/>
          </p:nvPr>
        </p:nvSpPr>
        <p:spPr>
          <a:xfrm>
            <a:off x="694944" y="5943164"/>
            <a:ext cx="10820399" cy="320088"/>
          </a:xfrm>
        </p:spPr>
        <p:txBody>
          <a:bodyPr/>
          <a:lstStyle/>
          <a:p>
            <a:r>
              <a:rPr lang="en-US" dirty="0"/>
              <a:t>We need to maximize the spreading capability beyond the known limits</a:t>
            </a:r>
          </a:p>
        </p:txBody>
      </p:sp>
      <p:sp>
        <p:nvSpPr>
          <p:cNvPr id="5" name="Slide Number Placeholder 4">
            <a:extLst>
              <a:ext uri="{FF2B5EF4-FFF2-40B4-BE49-F238E27FC236}">
                <a16:creationId xmlns:a16="http://schemas.microsoft.com/office/drawing/2014/main" id="{0792ABB7-FD0E-5F71-BA17-A4999CA85D2A}"/>
              </a:ext>
            </a:extLst>
          </p:cNvPr>
          <p:cNvSpPr>
            <a:spLocks noGrp="1"/>
          </p:cNvSpPr>
          <p:nvPr>
            <p:ph type="sldNum" sz="quarter" idx="4"/>
          </p:nvPr>
        </p:nvSpPr>
        <p:spPr/>
        <p:txBody>
          <a:bodyPr/>
          <a:lstStyle/>
          <a:p>
            <a:fld id="{07165E6F-54ED-4977-A15E-D44BE7238A65}" type="slidenum">
              <a:rPr lang="en-US" smtClean="0"/>
              <a:pPr/>
              <a:t>6</a:t>
            </a:fld>
            <a:endParaRPr lang="en-US"/>
          </a:p>
        </p:txBody>
      </p:sp>
      <p:sp>
        <p:nvSpPr>
          <p:cNvPr id="6" name="Footer Placeholder 5">
            <a:extLst>
              <a:ext uri="{FF2B5EF4-FFF2-40B4-BE49-F238E27FC236}">
                <a16:creationId xmlns:a16="http://schemas.microsoft.com/office/drawing/2014/main" id="{9D567FC9-DB0F-A3D9-0E1E-B9095045B65C}"/>
              </a:ext>
            </a:extLst>
          </p:cNvPr>
          <p:cNvSpPr>
            <a:spLocks noGrp="1"/>
          </p:cNvSpPr>
          <p:nvPr>
            <p:ph type="ftr" sz="quarter" idx="3"/>
            <p:custDataLst>
              <p:tags r:id="rId1"/>
            </p:custDataLst>
          </p:nvPr>
        </p:nvSpPr>
        <p:spPr/>
        <p:txBody>
          <a:bodyPr/>
          <a:lstStyle/>
          <a:p>
            <a:r>
              <a:rPr lang="en-US"/>
              <a:t>Raytheon Company - Approved for Public Disclosure</a:t>
            </a:r>
          </a:p>
        </p:txBody>
      </p:sp>
    </p:spTree>
    <p:extLst>
      <p:ext uri="{BB962C8B-B14F-4D97-AF65-F5344CB8AC3E}">
        <p14:creationId xmlns:p14="http://schemas.microsoft.com/office/powerpoint/2010/main" val="2367516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577BA5-4C00-2EE4-A494-1570B7E51E08}"/>
              </a:ext>
            </a:extLst>
          </p:cNvPr>
          <p:cNvSpPr>
            <a:spLocks noGrp="1"/>
          </p:cNvSpPr>
          <p:nvPr>
            <p:ph type="title"/>
          </p:nvPr>
        </p:nvSpPr>
        <p:spPr/>
        <p:txBody>
          <a:bodyPr/>
          <a:lstStyle/>
          <a:p>
            <a:r>
              <a:rPr lang="en-US" dirty="0"/>
              <a:t>The Solution</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E1DBAEE0-91D4-6130-3119-A9A769AFAFD8}"/>
                  </a:ext>
                </a:extLst>
              </p:cNvPr>
              <p:cNvSpPr>
                <a:spLocks noGrp="1"/>
              </p:cNvSpPr>
              <p:nvPr>
                <p:ph type="body" sz="quarter" idx="13"/>
              </p:nvPr>
            </p:nvSpPr>
            <p:spPr>
              <a:xfrm>
                <a:off x="694944" y="1076326"/>
                <a:ext cx="10288453" cy="4712030"/>
              </a:xfrm>
            </p:spPr>
            <p:txBody>
              <a:bodyPr/>
              <a:lstStyle/>
              <a:p>
                <a:r>
                  <a:rPr lang="en-US" sz="2400" dirty="0"/>
                  <a:t>We are seeking a matrix-based, not a polynomial-based solution </a:t>
                </a:r>
              </a:p>
              <a:p>
                <a:r>
                  <a:rPr lang="en-US" sz="2400" dirty="0"/>
                  <a:t>Maximize spreading </a:t>
                </a:r>
                <a:r>
                  <a:rPr lang="en-US" sz="2400" b="1" i="1" dirty="0"/>
                  <a:t>beyond known channel bandwidth limitations</a:t>
                </a:r>
                <a:r>
                  <a:rPr lang="en-US" sz="2400" dirty="0"/>
                  <a:t> </a:t>
                </a:r>
              </a:p>
              <a:p>
                <a:r>
                  <a:rPr lang="en-US" sz="2400" dirty="0"/>
                  <a:t>A Hadamard matrix with a large set of orthogonal spreading codes for a long spreading factor</a:t>
                </a:r>
              </a:p>
              <a:p>
                <a:r>
                  <a:rPr lang="en-US" sz="2400" dirty="0"/>
                  <a:t>Although this matrix may not be considered suitable for the narrow-band channel, within this matrix, we can find subsets of orthogonal codes that can survive the channel’s limitations. Consider:</a:t>
                </a:r>
              </a:p>
              <a:p>
                <a:pPr lvl="1"/>
                <a:r>
                  <a:rPr lang="en-US" sz="2000" dirty="0"/>
                  <a:t>The matrix can map to a rate per 2 seconds, a rate per 4 seconds, and so on. Some applications can transmit a signal every </a:t>
                </a:r>
                <a14:m>
                  <m:oMath xmlns:m="http://schemas.openxmlformats.org/officeDocument/2006/math">
                    <m:r>
                      <a:rPr lang="en-US" sz="2000" i="1" dirty="0">
                        <a:latin typeface="Cambria Math" panose="02040503050406030204" pitchFamily="18" charset="0"/>
                      </a:rPr>
                      <m:t>𝑛</m:t>
                    </m:r>
                  </m:oMath>
                </a14:m>
                <a:r>
                  <a:rPr lang="en-US" sz="2000" dirty="0"/>
                  <a:t> seconds where </a:t>
                </a:r>
                <a14:m>
                  <m:oMath xmlns:m="http://schemas.openxmlformats.org/officeDocument/2006/math">
                    <m:r>
                      <a:rPr lang="en-US" sz="2000" i="1" dirty="0">
                        <a:latin typeface="Cambria Math" panose="02040503050406030204" pitchFamily="18" charset="0"/>
                      </a:rPr>
                      <m:t>𝑛</m:t>
                    </m:r>
                    <m:r>
                      <a:rPr lang="en-US" sz="2000" i="1" dirty="0">
                        <a:latin typeface="Cambria Math" panose="02040503050406030204" pitchFamily="18" charset="0"/>
                      </a:rPr>
                      <m:t>&gt;1</m:t>
                    </m:r>
                  </m:oMath>
                </a14:m>
                <a:endParaRPr lang="en-US" sz="2000" dirty="0"/>
              </a:p>
              <a:p>
                <a:pPr lvl="1"/>
                <a:r>
                  <a:rPr lang="en-US" sz="2000" dirty="0"/>
                  <a:t>We have room for correcting </a:t>
                </a:r>
                <a:r>
                  <a:rPr lang="en-US" sz="2000" b="1" i="1" dirty="0"/>
                  <a:t>lossy compression</a:t>
                </a:r>
                <a:r>
                  <a:rPr lang="en-US" sz="2000" dirty="0"/>
                  <a:t>. The large matrix allows the receiver’s cross-correlation to mitigate some chip loss due to channel effects </a:t>
                </a:r>
              </a:p>
              <a:p>
                <a:endParaRPr lang="en-US" dirty="0"/>
              </a:p>
            </p:txBody>
          </p:sp>
        </mc:Choice>
        <mc:Fallback xmlns="">
          <p:sp>
            <p:nvSpPr>
              <p:cNvPr id="5" name="Text Placeholder 4">
                <a:extLst>
                  <a:ext uri="{FF2B5EF4-FFF2-40B4-BE49-F238E27FC236}">
                    <a16:creationId xmlns:a16="http://schemas.microsoft.com/office/drawing/2014/main" id="{E1DBAEE0-91D4-6130-3119-A9A769AFAFD8}"/>
                  </a:ext>
                </a:extLst>
              </p:cNvPr>
              <p:cNvSpPr>
                <a:spLocks noGrp="1" noRot="1" noChangeAspect="1" noMove="1" noResize="1" noEditPoints="1" noAdjustHandles="1" noChangeArrowheads="1" noChangeShapeType="1" noTextEdit="1"/>
              </p:cNvSpPr>
              <p:nvPr>
                <p:ph type="body" sz="quarter" idx="13"/>
              </p:nvPr>
            </p:nvSpPr>
            <p:spPr>
              <a:xfrm>
                <a:off x="694944" y="1076326"/>
                <a:ext cx="10288453" cy="4712030"/>
              </a:xfrm>
              <a:blipFill>
                <a:blip r:embed="rId4"/>
                <a:stretch>
                  <a:fillRect l="-1659" t="-1940"/>
                </a:stretch>
              </a:blipFill>
            </p:spPr>
            <p:txBody>
              <a:bodyPr/>
              <a:lstStyle/>
              <a:p>
                <a:r>
                  <a:rPr lang="en-US">
                    <a:noFill/>
                  </a:rPr>
                  <a:t> </a:t>
                </a:r>
              </a:p>
            </p:txBody>
          </p:sp>
        </mc:Fallback>
      </mc:AlternateContent>
      <p:sp>
        <p:nvSpPr>
          <p:cNvPr id="6" name="Text Placeholder 5">
            <a:extLst>
              <a:ext uri="{FF2B5EF4-FFF2-40B4-BE49-F238E27FC236}">
                <a16:creationId xmlns:a16="http://schemas.microsoft.com/office/drawing/2014/main" id="{5BF9013E-962A-3F1A-37AA-A42769A943D1}"/>
              </a:ext>
            </a:extLst>
          </p:cNvPr>
          <p:cNvSpPr>
            <a:spLocks noGrp="1"/>
          </p:cNvSpPr>
          <p:nvPr>
            <p:ph type="body" sz="quarter" idx="15"/>
          </p:nvPr>
        </p:nvSpPr>
        <p:spPr>
          <a:xfrm>
            <a:off x="694944" y="5619539"/>
            <a:ext cx="10820399" cy="566309"/>
          </a:xfrm>
        </p:spPr>
        <p:txBody>
          <a:bodyPr/>
          <a:lstStyle/>
          <a:p>
            <a:r>
              <a:rPr lang="en-US" dirty="0"/>
              <a:t>We want to go beyond the channel rate in bits/sec and beyond known max spreading by considering lossy compression</a:t>
            </a:r>
          </a:p>
        </p:txBody>
      </p:sp>
      <p:sp>
        <p:nvSpPr>
          <p:cNvPr id="7" name="Slide Number Placeholder 6">
            <a:extLst>
              <a:ext uri="{FF2B5EF4-FFF2-40B4-BE49-F238E27FC236}">
                <a16:creationId xmlns:a16="http://schemas.microsoft.com/office/drawing/2014/main" id="{A0A0232E-A5A3-4471-44FB-C2BF3EDB3CE3}"/>
              </a:ext>
            </a:extLst>
          </p:cNvPr>
          <p:cNvSpPr>
            <a:spLocks noGrp="1"/>
          </p:cNvSpPr>
          <p:nvPr>
            <p:ph type="sldNum" sz="quarter" idx="4"/>
          </p:nvPr>
        </p:nvSpPr>
        <p:spPr/>
        <p:txBody>
          <a:bodyPr/>
          <a:lstStyle/>
          <a:p>
            <a:fld id="{07165E6F-54ED-4977-A15E-D44BE7238A65}" type="slidenum">
              <a:rPr lang="en-US" smtClean="0"/>
              <a:pPr/>
              <a:t>7</a:t>
            </a:fld>
            <a:endParaRPr lang="en-US"/>
          </a:p>
        </p:txBody>
      </p:sp>
      <p:sp>
        <p:nvSpPr>
          <p:cNvPr id="2" name="Footer Placeholder 1">
            <a:extLst>
              <a:ext uri="{FF2B5EF4-FFF2-40B4-BE49-F238E27FC236}">
                <a16:creationId xmlns:a16="http://schemas.microsoft.com/office/drawing/2014/main" id="{494968AA-BBBD-3AB5-863D-1284309FA099}"/>
              </a:ext>
            </a:extLst>
          </p:cNvPr>
          <p:cNvSpPr>
            <a:spLocks noGrp="1"/>
          </p:cNvSpPr>
          <p:nvPr>
            <p:ph type="ftr" sz="quarter" idx="3"/>
            <p:custDataLst>
              <p:tags r:id="rId1"/>
            </p:custDataLst>
          </p:nvPr>
        </p:nvSpPr>
        <p:spPr/>
        <p:txBody>
          <a:bodyPr/>
          <a:lstStyle/>
          <a:p>
            <a:r>
              <a:rPr lang="en-US"/>
              <a:t>Raytheon Company - Approved for Public Disclosure</a:t>
            </a:r>
          </a:p>
        </p:txBody>
      </p:sp>
    </p:spTree>
    <p:extLst>
      <p:ext uri="{BB962C8B-B14F-4D97-AF65-F5344CB8AC3E}">
        <p14:creationId xmlns:p14="http://schemas.microsoft.com/office/powerpoint/2010/main" val="3029513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843617-62CA-30C9-E35A-9E7995923E7F}"/>
              </a:ext>
            </a:extLst>
          </p:cNvPr>
          <p:cNvSpPr>
            <a:spLocks noGrp="1"/>
          </p:cNvSpPr>
          <p:nvPr>
            <p:ph type="title"/>
          </p:nvPr>
        </p:nvSpPr>
        <p:spPr/>
        <p:txBody>
          <a:bodyPr/>
          <a:lstStyle/>
          <a:p>
            <a:r>
              <a:rPr lang="en-US" dirty="0"/>
              <a:t>The Experimental Solution</a:t>
            </a:r>
          </a:p>
        </p:txBody>
      </p:sp>
      <p:sp>
        <p:nvSpPr>
          <p:cNvPr id="5" name="Text Placeholder 4">
            <a:extLst>
              <a:ext uri="{FF2B5EF4-FFF2-40B4-BE49-F238E27FC236}">
                <a16:creationId xmlns:a16="http://schemas.microsoft.com/office/drawing/2014/main" id="{5F98ED56-0592-A498-834F-AE5D9FC8FC18}"/>
              </a:ext>
            </a:extLst>
          </p:cNvPr>
          <p:cNvSpPr>
            <a:spLocks noGrp="1"/>
          </p:cNvSpPr>
          <p:nvPr>
            <p:ph type="body" sz="quarter" idx="13"/>
          </p:nvPr>
        </p:nvSpPr>
        <p:spPr>
          <a:xfrm>
            <a:off x="694944" y="980127"/>
            <a:ext cx="10091367" cy="4001519"/>
          </a:xfrm>
        </p:spPr>
        <p:txBody>
          <a:bodyPr/>
          <a:lstStyle/>
          <a:p>
            <a:r>
              <a:rPr lang="en-US" sz="2400" dirty="0"/>
              <a:t>We used MATLAB to generate a large Hadamard matrix </a:t>
            </a:r>
          </a:p>
          <a:p>
            <a:pPr lvl="1"/>
            <a:r>
              <a:rPr lang="en-US" sz="2000" dirty="0"/>
              <a:t>We spread the signal beyond the channel's per-second bitrate limitations</a:t>
            </a:r>
          </a:p>
          <a:p>
            <a:r>
              <a:rPr lang="en-US" sz="2400" dirty="0"/>
              <a:t> We experimented with the entries of this matrix. We were able to:</a:t>
            </a:r>
          </a:p>
          <a:p>
            <a:pPr lvl="1"/>
            <a:r>
              <a:rPr lang="en-US" sz="2000" dirty="0"/>
              <a:t>Identify a subset of spreading codes that can’t survive the channel even when the channel doesn’t introduce noise (noiseless channel). </a:t>
            </a:r>
          </a:p>
          <a:p>
            <a:pPr lvl="2">
              <a:buFont typeface="Wingdings" panose="05000000000000000000" pitchFamily="2" charset="2"/>
              <a:buChar char="v"/>
            </a:pPr>
            <a:r>
              <a:rPr lang="en-US" sz="1600" dirty="0"/>
              <a:t>This subset is discarded since it can’t survive the channel’s </a:t>
            </a:r>
            <a:r>
              <a:rPr lang="en-US" sz="1600" b="1" i="1" dirty="0"/>
              <a:t>lossy compression</a:t>
            </a:r>
            <a:r>
              <a:rPr lang="en-US" sz="2000" b="1" i="1" dirty="0"/>
              <a:t> </a:t>
            </a:r>
            <a:r>
              <a:rPr lang="en-US" sz="2000" dirty="0"/>
              <a:t> </a:t>
            </a:r>
          </a:p>
          <a:p>
            <a:pPr lvl="1"/>
            <a:r>
              <a:rPr lang="en-US" sz="2000" dirty="0"/>
              <a:t>Assign to the rest of the entries in the matrix a rank based on each entry’s ability to survive the channel’s bandwidth limitation and a given signal-to-noise ratio (SNR) </a:t>
            </a:r>
          </a:p>
          <a:p>
            <a:pPr lvl="1"/>
            <a:r>
              <a:rPr lang="en-US" sz="2000" dirty="0"/>
              <a:t>This means that if we know the channel’s SNR, the transmitter and receiver can switch (hop) between all the orthogonal spreading codes that can survive the channel’s SNR</a:t>
            </a:r>
          </a:p>
          <a:p>
            <a:endParaRPr lang="en-US" dirty="0"/>
          </a:p>
        </p:txBody>
      </p:sp>
      <p:sp>
        <p:nvSpPr>
          <p:cNvPr id="6" name="Text Placeholder 5">
            <a:extLst>
              <a:ext uri="{FF2B5EF4-FFF2-40B4-BE49-F238E27FC236}">
                <a16:creationId xmlns:a16="http://schemas.microsoft.com/office/drawing/2014/main" id="{1D42F299-A770-8D7C-A136-3031F5B6DE9A}"/>
              </a:ext>
            </a:extLst>
          </p:cNvPr>
          <p:cNvSpPr>
            <a:spLocks noGrp="1"/>
          </p:cNvSpPr>
          <p:nvPr>
            <p:ph type="body" sz="quarter" idx="15"/>
          </p:nvPr>
        </p:nvSpPr>
        <p:spPr>
          <a:xfrm>
            <a:off x="694944" y="4990838"/>
            <a:ext cx="10820399" cy="1289584"/>
          </a:xfrm>
        </p:spPr>
        <p:txBody>
          <a:bodyPr/>
          <a:lstStyle/>
          <a:p>
            <a:r>
              <a:rPr lang="en-US" dirty="0"/>
              <a:t>The main aspects of the solution are:</a:t>
            </a:r>
          </a:p>
          <a:p>
            <a:r>
              <a:rPr lang="en-US" dirty="0"/>
              <a:t> (1) The consideration of lossy compression, </a:t>
            </a:r>
          </a:p>
          <a:p>
            <a:r>
              <a:rPr lang="en-US" dirty="0"/>
              <a:t>(2) The consideration of signal harmonics, and </a:t>
            </a:r>
          </a:p>
          <a:p>
            <a:r>
              <a:rPr lang="en-US" dirty="0"/>
              <a:t>(3) Invoking Set Theory (dynamic sets)</a:t>
            </a:r>
          </a:p>
        </p:txBody>
      </p:sp>
      <p:sp>
        <p:nvSpPr>
          <p:cNvPr id="7" name="Slide Number Placeholder 6">
            <a:extLst>
              <a:ext uri="{FF2B5EF4-FFF2-40B4-BE49-F238E27FC236}">
                <a16:creationId xmlns:a16="http://schemas.microsoft.com/office/drawing/2014/main" id="{1FB09FBC-F708-E8FD-A7EF-1723A8BCAADB}"/>
              </a:ext>
            </a:extLst>
          </p:cNvPr>
          <p:cNvSpPr>
            <a:spLocks noGrp="1"/>
          </p:cNvSpPr>
          <p:nvPr>
            <p:ph type="sldNum" sz="quarter" idx="4"/>
          </p:nvPr>
        </p:nvSpPr>
        <p:spPr/>
        <p:txBody>
          <a:bodyPr/>
          <a:lstStyle/>
          <a:p>
            <a:fld id="{07165E6F-54ED-4977-A15E-D44BE7238A65}" type="slidenum">
              <a:rPr lang="en-US" smtClean="0"/>
              <a:pPr/>
              <a:t>8</a:t>
            </a:fld>
            <a:endParaRPr lang="en-US"/>
          </a:p>
        </p:txBody>
      </p:sp>
      <p:sp>
        <p:nvSpPr>
          <p:cNvPr id="2" name="Footer Placeholder 1">
            <a:extLst>
              <a:ext uri="{FF2B5EF4-FFF2-40B4-BE49-F238E27FC236}">
                <a16:creationId xmlns:a16="http://schemas.microsoft.com/office/drawing/2014/main" id="{01D2A240-6FEE-96A2-69D4-32E53A504F38}"/>
              </a:ext>
            </a:extLst>
          </p:cNvPr>
          <p:cNvSpPr>
            <a:spLocks noGrp="1"/>
          </p:cNvSpPr>
          <p:nvPr>
            <p:ph type="ftr" sz="quarter" idx="3"/>
            <p:custDataLst>
              <p:tags r:id="rId1"/>
            </p:custDataLst>
          </p:nvPr>
        </p:nvSpPr>
        <p:spPr/>
        <p:txBody>
          <a:bodyPr/>
          <a:lstStyle/>
          <a:p>
            <a:r>
              <a:rPr lang="en-US"/>
              <a:t>Raytheon Company - Approved for Public Disclosure</a:t>
            </a:r>
          </a:p>
        </p:txBody>
      </p:sp>
    </p:spTree>
    <p:extLst>
      <p:ext uri="{BB962C8B-B14F-4D97-AF65-F5344CB8AC3E}">
        <p14:creationId xmlns:p14="http://schemas.microsoft.com/office/powerpoint/2010/main" val="1887129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B38EF5-6BA2-EE26-00EC-CA92BC88B927}"/>
              </a:ext>
            </a:extLst>
          </p:cNvPr>
          <p:cNvSpPr>
            <a:spLocks noGrp="1"/>
          </p:cNvSpPr>
          <p:nvPr>
            <p:ph type="title"/>
          </p:nvPr>
        </p:nvSpPr>
        <p:spPr/>
        <p:txBody>
          <a:bodyPr/>
          <a:lstStyle/>
          <a:p>
            <a:r>
              <a:rPr lang="en-US" dirty="0"/>
              <a:t>The Sought Solution</a:t>
            </a:r>
          </a:p>
        </p:txBody>
      </p:sp>
      <p:sp>
        <p:nvSpPr>
          <p:cNvPr id="5" name="Text Placeholder 4">
            <a:extLst>
              <a:ext uri="{FF2B5EF4-FFF2-40B4-BE49-F238E27FC236}">
                <a16:creationId xmlns:a16="http://schemas.microsoft.com/office/drawing/2014/main" id="{18E2BA03-2189-10C7-7394-9AADCB5DC139}"/>
              </a:ext>
            </a:extLst>
          </p:cNvPr>
          <p:cNvSpPr>
            <a:spLocks noGrp="1"/>
          </p:cNvSpPr>
          <p:nvPr>
            <p:ph type="body" sz="quarter" idx="13"/>
          </p:nvPr>
        </p:nvSpPr>
        <p:spPr>
          <a:xfrm>
            <a:off x="690932" y="1143000"/>
            <a:ext cx="10806123" cy="4332767"/>
          </a:xfrm>
        </p:spPr>
        <p:txBody>
          <a:bodyPr/>
          <a:lstStyle/>
          <a:p>
            <a:pPr marL="0" indent="0">
              <a:buNone/>
            </a:pPr>
            <a:r>
              <a:rPr lang="en-US" sz="3200" dirty="0"/>
              <a:t>Just as Hadamard matrices are known and can be found in MATLAB for given parameters, the solution should be implementable in MATLAB, where it defines:</a:t>
            </a:r>
          </a:p>
          <a:p>
            <a:pPr lvl="1"/>
            <a:r>
              <a:rPr lang="en-US" sz="2800" dirty="0"/>
              <a:t> Hadamard matrices with large spreading factors</a:t>
            </a:r>
          </a:p>
          <a:p>
            <a:pPr lvl="2">
              <a:buFont typeface="Wingdings" panose="05000000000000000000" pitchFamily="2" charset="2"/>
              <a:buChar char="v"/>
            </a:pPr>
            <a:r>
              <a:rPr lang="en-US" sz="2400" dirty="0"/>
              <a:t> Maximize spreading, to increase the pool of usable spread codes </a:t>
            </a:r>
          </a:p>
          <a:p>
            <a:pPr lvl="1"/>
            <a:r>
              <a:rPr lang="en-US" sz="2800" dirty="0"/>
              <a:t> The channel’s bandwidth (Harmonics and lossy compression)</a:t>
            </a:r>
          </a:p>
          <a:p>
            <a:pPr lvl="1"/>
            <a:r>
              <a:rPr lang="en-US" sz="2800" dirty="0"/>
              <a:t> A given SNR range</a:t>
            </a:r>
          </a:p>
          <a:p>
            <a:pPr lvl="2">
              <a:buFont typeface="Wingdings" panose="05000000000000000000" pitchFamily="2" charset="2"/>
              <a:buChar char="v"/>
            </a:pPr>
            <a:r>
              <a:rPr lang="en-US" sz="2400" dirty="0"/>
              <a:t> SNR is dynamic, making the available pool of spreading codes dynamic</a:t>
            </a:r>
          </a:p>
          <a:p>
            <a:pPr lvl="1"/>
            <a:r>
              <a:rPr lang="en-US" sz="2800" dirty="0"/>
              <a:t> Other parameters, such as fading</a:t>
            </a:r>
          </a:p>
          <a:p>
            <a:endParaRPr lang="en-US" dirty="0"/>
          </a:p>
        </p:txBody>
      </p:sp>
      <p:sp>
        <p:nvSpPr>
          <p:cNvPr id="6" name="Text Placeholder 5">
            <a:extLst>
              <a:ext uri="{FF2B5EF4-FFF2-40B4-BE49-F238E27FC236}">
                <a16:creationId xmlns:a16="http://schemas.microsoft.com/office/drawing/2014/main" id="{6BD9C57C-A4CA-1DB9-12A6-7BF735DA424E}"/>
              </a:ext>
            </a:extLst>
          </p:cNvPr>
          <p:cNvSpPr>
            <a:spLocks noGrp="1"/>
          </p:cNvSpPr>
          <p:nvPr>
            <p:ph type="body" sz="quarter" idx="15"/>
          </p:nvPr>
        </p:nvSpPr>
        <p:spPr>
          <a:xfrm>
            <a:off x="694944" y="5751339"/>
            <a:ext cx="10820399" cy="566309"/>
          </a:xfrm>
        </p:spPr>
        <p:txBody>
          <a:bodyPr/>
          <a:lstStyle/>
          <a:p>
            <a:r>
              <a:rPr lang="en-US" dirty="0"/>
              <a:t>That solution will identify the suitable subset from the large Hadamard matrix and how the available pool of spreading code varies with SNR.  </a:t>
            </a:r>
          </a:p>
        </p:txBody>
      </p:sp>
      <p:sp>
        <p:nvSpPr>
          <p:cNvPr id="7" name="Slide Number Placeholder 6">
            <a:extLst>
              <a:ext uri="{FF2B5EF4-FFF2-40B4-BE49-F238E27FC236}">
                <a16:creationId xmlns:a16="http://schemas.microsoft.com/office/drawing/2014/main" id="{9E3E0E65-C2B0-0D3C-7533-8769667D32C5}"/>
              </a:ext>
            </a:extLst>
          </p:cNvPr>
          <p:cNvSpPr>
            <a:spLocks noGrp="1"/>
          </p:cNvSpPr>
          <p:nvPr>
            <p:ph type="sldNum" sz="quarter" idx="4"/>
          </p:nvPr>
        </p:nvSpPr>
        <p:spPr/>
        <p:txBody>
          <a:bodyPr/>
          <a:lstStyle/>
          <a:p>
            <a:fld id="{07165E6F-54ED-4977-A15E-D44BE7238A65}" type="slidenum">
              <a:rPr lang="en-US" smtClean="0"/>
              <a:pPr/>
              <a:t>9</a:t>
            </a:fld>
            <a:endParaRPr lang="en-US"/>
          </a:p>
        </p:txBody>
      </p:sp>
      <p:sp>
        <p:nvSpPr>
          <p:cNvPr id="2" name="Footer Placeholder 1">
            <a:extLst>
              <a:ext uri="{FF2B5EF4-FFF2-40B4-BE49-F238E27FC236}">
                <a16:creationId xmlns:a16="http://schemas.microsoft.com/office/drawing/2014/main" id="{88A12511-5495-EA7B-14D0-E19C7F357881}"/>
              </a:ext>
            </a:extLst>
          </p:cNvPr>
          <p:cNvSpPr>
            <a:spLocks noGrp="1"/>
          </p:cNvSpPr>
          <p:nvPr>
            <p:ph type="ftr" sz="quarter" idx="3"/>
            <p:custDataLst>
              <p:tags r:id="rId1"/>
            </p:custDataLst>
          </p:nvPr>
        </p:nvSpPr>
        <p:spPr/>
        <p:txBody>
          <a:bodyPr/>
          <a:lstStyle/>
          <a:p>
            <a:r>
              <a:rPr lang="en-US"/>
              <a:t>Raytheon Company - Approved for Public Disclosure</a:t>
            </a:r>
          </a:p>
        </p:txBody>
      </p:sp>
    </p:spTree>
    <p:extLst>
      <p:ext uri="{BB962C8B-B14F-4D97-AF65-F5344CB8AC3E}">
        <p14:creationId xmlns:p14="http://schemas.microsoft.com/office/powerpoint/2010/main" val="1770746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E580A7-B8E4-7731-13BC-6EC2EE745BD7}"/>
              </a:ext>
            </a:extLst>
          </p:cNvPr>
          <p:cNvSpPr>
            <a:spLocks noGrp="1"/>
          </p:cNvSpPr>
          <p:nvPr>
            <p:ph type="title"/>
          </p:nvPr>
        </p:nvSpPr>
        <p:spPr/>
        <p:txBody>
          <a:bodyPr/>
          <a:lstStyle/>
          <a:p>
            <a:r>
              <a:rPr lang="en-US" dirty="0"/>
              <a:t>Analogy</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D50B62C9-5829-F35F-6CEF-72541DC8E9F3}"/>
                  </a:ext>
                </a:extLst>
              </p:cNvPr>
              <p:cNvSpPr>
                <a:spLocks noGrp="1"/>
              </p:cNvSpPr>
              <p:nvPr>
                <p:ph type="body" sz="quarter" idx="13"/>
              </p:nvPr>
            </p:nvSpPr>
            <p:spPr>
              <a:xfrm>
                <a:off x="690933" y="990600"/>
                <a:ext cx="10700967" cy="4797756"/>
              </a:xfrm>
            </p:spPr>
            <p:txBody>
              <a:bodyPr/>
              <a:lstStyle/>
              <a:p>
                <a:r>
                  <a:rPr lang="en-US" sz="2400" dirty="0"/>
                  <a:t>Shannon proved that there is no point in joint source and channel coding or modulation and channel coding, provided that optimum solutions are used at each stage</a:t>
                </a:r>
                <a:endParaRPr lang="en-US" sz="2000" dirty="0"/>
              </a:p>
              <a:p>
                <a:pPr lvl="1"/>
                <a:r>
                  <a:rPr lang="en-US" sz="2000" dirty="0"/>
                  <a:t>Practical solutions proved otherwise </a:t>
                </a:r>
              </a:p>
              <a:p>
                <a:pPr lvl="1"/>
                <a:r>
                  <a:rPr lang="en-US" sz="2000" dirty="0"/>
                  <a:t>The ideal optimization at each stage is achievable by joining the stages </a:t>
                </a:r>
              </a:p>
              <a:p>
                <a:pPr lvl="1"/>
                <a:r>
                  <a:rPr lang="en-US" sz="2000" dirty="0"/>
                  <a:t>There are gains from joint source and channel coding and joint modulation and coding </a:t>
                </a:r>
              </a:p>
              <a:p>
                <a:r>
                  <a:rPr lang="en-US" sz="2400" dirty="0"/>
                  <a:t>Bandwidth limitation shouldn’t prevent us from maximizing spreading </a:t>
                </a:r>
              </a:p>
              <a:p>
                <a:r>
                  <a:rPr lang="en-US" sz="2400" dirty="0"/>
                  <a:t>What we seek is a joint solution. We join spreading with:</a:t>
                </a:r>
              </a:p>
              <a:p>
                <a:pPr lvl="1"/>
                <a:r>
                  <a:rPr lang="en-US" sz="2000" dirty="0"/>
                  <a:t>The message’s time length. The message rate per </a:t>
                </a:r>
                <a14:m>
                  <m:oMath xmlns:m="http://schemas.openxmlformats.org/officeDocument/2006/math">
                    <m:r>
                      <a:rPr lang="en-US" sz="2000" i="1" dirty="0">
                        <a:latin typeface="Cambria Math" panose="02040503050406030204" pitchFamily="18" charset="0"/>
                      </a:rPr>
                      <m:t>𝑛</m:t>
                    </m:r>
                  </m:oMath>
                </a14:m>
                <a:r>
                  <a:rPr lang="en-US" sz="2000" dirty="0"/>
                  <a:t> seconds, where </a:t>
                </a:r>
                <a14:m>
                  <m:oMath xmlns:m="http://schemas.openxmlformats.org/officeDocument/2006/math">
                    <m:r>
                      <a:rPr lang="en-US" sz="2000" i="1" dirty="0">
                        <a:latin typeface="Cambria Math" panose="02040503050406030204" pitchFamily="18" charset="0"/>
                      </a:rPr>
                      <m:t>𝑛</m:t>
                    </m:r>
                    <m:r>
                      <a:rPr lang="en-US" sz="2000" i="1" dirty="0">
                        <a:latin typeface="Cambria Math" panose="02040503050406030204" pitchFamily="18" charset="0"/>
                      </a:rPr>
                      <m:t>&gt;1</m:t>
                    </m:r>
                  </m:oMath>
                </a14:m>
                <a:endParaRPr lang="en-US" sz="2000" dirty="0"/>
              </a:p>
              <a:p>
                <a:pPr lvl="1"/>
                <a:r>
                  <a:rPr lang="en-US" sz="2000" dirty="0"/>
                  <a:t>The channel bandwidth (impacts lossy compression and harmonics)</a:t>
                </a:r>
              </a:p>
              <a:p>
                <a:pPr lvl="1"/>
                <a:r>
                  <a:rPr lang="en-US" sz="2000" dirty="0"/>
                  <a:t>The channel’s SNR</a:t>
                </a:r>
              </a:p>
              <a:p>
                <a:pPr lvl="1"/>
                <a:r>
                  <a:rPr lang="en-US" sz="2000" dirty="0"/>
                  <a:t>Other channel parameters, such as fading</a:t>
                </a:r>
              </a:p>
              <a:p>
                <a:endParaRPr lang="en-US" dirty="0"/>
              </a:p>
            </p:txBody>
          </p:sp>
        </mc:Choice>
        <mc:Fallback xmlns="">
          <p:sp>
            <p:nvSpPr>
              <p:cNvPr id="5" name="Text Placeholder 4">
                <a:extLst>
                  <a:ext uri="{FF2B5EF4-FFF2-40B4-BE49-F238E27FC236}">
                    <a16:creationId xmlns:a16="http://schemas.microsoft.com/office/drawing/2014/main" id="{D50B62C9-5829-F35F-6CEF-72541DC8E9F3}"/>
                  </a:ext>
                </a:extLst>
              </p:cNvPr>
              <p:cNvSpPr>
                <a:spLocks noGrp="1" noRot="1" noChangeAspect="1" noMove="1" noResize="1" noEditPoints="1" noAdjustHandles="1" noChangeArrowheads="1" noChangeShapeType="1" noTextEdit="1"/>
              </p:cNvSpPr>
              <p:nvPr>
                <p:ph type="body" sz="quarter" idx="13"/>
              </p:nvPr>
            </p:nvSpPr>
            <p:spPr>
              <a:xfrm>
                <a:off x="690933" y="990600"/>
                <a:ext cx="10700967" cy="4797756"/>
              </a:xfrm>
              <a:blipFill>
                <a:blip r:embed="rId4"/>
                <a:stretch>
                  <a:fillRect l="-1595" t="-1906" b="-127"/>
                </a:stretch>
              </a:blipFill>
            </p:spPr>
            <p:txBody>
              <a:bodyPr/>
              <a:lstStyle/>
              <a:p>
                <a:r>
                  <a:rPr lang="en-US">
                    <a:noFill/>
                  </a:rPr>
                  <a:t> </a:t>
                </a:r>
              </a:p>
            </p:txBody>
          </p:sp>
        </mc:Fallback>
      </mc:AlternateContent>
      <p:sp>
        <p:nvSpPr>
          <p:cNvPr id="6" name="Text Placeholder 5">
            <a:extLst>
              <a:ext uri="{FF2B5EF4-FFF2-40B4-BE49-F238E27FC236}">
                <a16:creationId xmlns:a16="http://schemas.microsoft.com/office/drawing/2014/main" id="{983C04E3-48FC-4F14-9D0F-76A713A5A46C}"/>
              </a:ext>
            </a:extLst>
          </p:cNvPr>
          <p:cNvSpPr>
            <a:spLocks noGrp="1"/>
          </p:cNvSpPr>
          <p:nvPr>
            <p:ph type="body" sz="quarter" idx="15"/>
          </p:nvPr>
        </p:nvSpPr>
        <p:spPr/>
        <p:txBody>
          <a:bodyPr/>
          <a:lstStyle/>
          <a:p>
            <a:r>
              <a:rPr lang="en-US" dirty="0"/>
              <a:t>This is merely and analogy</a:t>
            </a:r>
          </a:p>
        </p:txBody>
      </p:sp>
      <p:sp>
        <p:nvSpPr>
          <p:cNvPr id="7" name="Slide Number Placeholder 6">
            <a:extLst>
              <a:ext uri="{FF2B5EF4-FFF2-40B4-BE49-F238E27FC236}">
                <a16:creationId xmlns:a16="http://schemas.microsoft.com/office/drawing/2014/main" id="{633F2953-74FE-1CA4-C646-2254049014D4}"/>
              </a:ext>
            </a:extLst>
          </p:cNvPr>
          <p:cNvSpPr>
            <a:spLocks noGrp="1"/>
          </p:cNvSpPr>
          <p:nvPr>
            <p:ph type="sldNum" sz="quarter" idx="4"/>
          </p:nvPr>
        </p:nvSpPr>
        <p:spPr/>
        <p:txBody>
          <a:bodyPr/>
          <a:lstStyle/>
          <a:p>
            <a:fld id="{07165E6F-54ED-4977-A15E-D44BE7238A65}" type="slidenum">
              <a:rPr lang="en-US" smtClean="0"/>
              <a:pPr/>
              <a:t>10</a:t>
            </a:fld>
            <a:endParaRPr lang="en-US"/>
          </a:p>
        </p:txBody>
      </p:sp>
      <p:sp>
        <p:nvSpPr>
          <p:cNvPr id="2" name="Footer Placeholder 1">
            <a:extLst>
              <a:ext uri="{FF2B5EF4-FFF2-40B4-BE49-F238E27FC236}">
                <a16:creationId xmlns:a16="http://schemas.microsoft.com/office/drawing/2014/main" id="{6E9EF2BB-753E-5B24-53FF-09344ECA52E4}"/>
              </a:ext>
            </a:extLst>
          </p:cNvPr>
          <p:cNvSpPr>
            <a:spLocks noGrp="1"/>
          </p:cNvSpPr>
          <p:nvPr>
            <p:ph type="ftr" sz="quarter" idx="3"/>
            <p:custDataLst>
              <p:tags r:id="rId1"/>
            </p:custDataLst>
          </p:nvPr>
        </p:nvSpPr>
        <p:spPr/>
        <p:txBody>
          <a:bodyPr/>
          <a:lstStyle/>
          <a:p>
            <a:r>
              <a:rPr lang="en-US"/>
              <a:t>Raytheon Company - Approved for Public Disclosure</a:t>
            </a:r>
          </a:p>
        </p:txBody>
      </p:sp>
    </p:spTree>
    <p:extLst>
      <p:ext uri="{BB962C8B-B14F-4D97-AF65-F5344CB8AC3E}">
        <p14:creationId xmlns:p14="http://schemas.microsoft.com/office/powerpoint/2010/main" val="2945000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9C121-D93A-55F1-0348-AC32AE751B3A}"/>
              </a:ext>
            </a:extLst>
          </p:cNvPr>
          <p:cNvSpPr>
            <a:spLocks noGrp="1"/>
          </p:cNvSpPr>
          <p:nvPr>
            <p:ph type="title"/>
          </p:nvPr>
        </p:nvSpPr>
        <p:spPr>
          <a:xfrm>
            <a:off x="838200" y="365125"/>
            <a:ext cx="10515600" cy="989789"/>
          </a:xfrm>
        </p:spPr>
        <p:txBody>
          <a:bodyPr/>
          <a:lstStyle/>
          <a:p>
            <a:r>
              <a:rPr lang="en-US" dirty="0"/>
              <a:t>Hadamard Transformation</a:t>
            </a:r>
          </a:p>
        </p:txBody>
      </p:sp>
      <p:sp>
        <p:nvSpPr>
          <p:cNvPr id="3" name="Content Placeholder 2">
            <a:extLst>
              <a:ext uri="{FF2B5EF4-FFF2-40B4-BE49-F238E27FC236}">
                <a16:creationId xmlns:a16="http://schemas.microsoft.com/office/drawing/2014/main" id="{34DCD4A7-B3F0-4E00-F118-53EF0DAC2958}"/>
              </a:ext>
            </a:extLst>
          </p:cNvPr>
          <p:cNvSpPr>
            <a:spLocks noGrp="1"/>
          </p:cNvSpPr>
          <p:nvPr>
            <p:ph idx="1"/>
          </p:nvPr>
        </p:nvSpPr>
        <p:spPr>
          <a:xfrm>
            <a:off x="838200" y="951644"/>
            <a:ext cx="10515600" cy="2967899"/>
          </a:xfrm>
        </p:spPr>
        <p:txBody>
          <a:bodyPr>
            <a:normAutofit/>
          </a:bodyPr>
          <a:lstStyle/>
          <a:p>
            <a:r>
              <a:rPr lang="en-US" dirty="0"/>
              <a:t>The solution may lie with the Hadamard transformation</a:t>
            </a:r>
          </a:p>
          <a:p>
            <a:r>
              <a:rPr lang="en-US" dirty="0"/>
              <a:t>Hadamard transformation is related to the Fourier Transformation</a:t>
            </a:r>
          </a:p>
          <a:p>
            <a:r>
              <a:rPr lang="en-US" dirty="0"/>
              <a:t>Lower harmonics in the Hadamard transformation are lower harmonics in the Fourier Transformation</a:t>
            </a:r>
          </a:p>
          <a:p>
            <a:r>
              <a:rPr lang="en-US" dirty="0"/>
              <a:t>Hadamard Transformation is already amended by:</a:t>
            </a:r>
          </a:p>
          <a:p>
            <a:pPr lvl="1">
              <a:buFont typeface="Wingdings" panose="05000000000000000000" pitchFamily="2" charset="2"/>
              <a:buChar char="Ø"/>
            </a:pPr>
            <a:r>
              <a:rPr lang="en-US" b="1" dirty="0"/>
              <a:t>Walsh Ordering:</a:t>
            </a:r>
            <a:r>
              <a:rPr lang="en-US" dirty="0"/>
              <a:t> Rows are reordered by increasing frequency</a:t>
            </a:r>
          </a:p>
          <a:p>
            <a:pPr lvl="1">
              <a:buFont typeface="Wingdings" panose="05000000000000000000" pitchFamily="2" charset="2"/>
              <a:buChar char="Ø"/>
            </a:pPr>
            <a:r>
              <a:rPr lang="en-US" b="1" dirty="0"/>
              <a:t>Dyadic/Paley Ordering:</a:t>
            </a:r>
            <a:r>
              <a:rPr lang="en-US" dirty="0"/>
              <a:t> Rows are ordered based on the binary Gray code</a:t>
            </a:r>
          </a:p>
        </p:txBody>
      </p:sp>
      <p:sp>
        <p:nvSpPr>
          <p:cNvPr id="4" name="TextBox 3">
            <a:extLst>
              <a:ext uri="{FF2B5EF4-FFF2-40B4-BE49-F238E27FC236}">
                <a16:creationId xmlns:a16="http://schemas.microsoft.com/office/drawing/2014/main" id="{83D0DC17-CC65-481B-C347-7E8CBABA4118}"/>
              </a:ext>
            </a:extLst>
          </p:cNvPr>
          <p:cNvSpPr txBox="1"/>
          <p:nvPr/>
        </p:nvSpPr>
        <p:spPr>
          <a:xfrm>
            <a:off x="838200" y="3999174"/>
            <a:ext cx="10741975" cy="1508105"/>
          </a:xfrm>
          <a:prstGeom prst="rect">
            <a:avLst/>
          </a:prstGeom>
          <a:solidFill>
            <a:srgbClr val="FFC000"/>
          </a:solidFill>
        </p:spPr>
        <p:txBody>
          <a:bodyPr wrap="square" rtlCol="0">
            <a:spAutoFit/>
          </a:bodyPr>
          <a:lstStyle/>
          <a:p>
            <a:r>
              <a:rPr lang="en-US" sz="2000" b="1" dirty="0">
                <a:solidFill>
                  <a:srgbClr val="7030A0"/>
                </a:solidFill>
              </a:rPr>
              <a:t>Aspect 1: Account for lossy compression in the channel:</a:t>
            </a:r>
          </a:p>
          <a:p>
            <a:pPr marL="285750" indent="-285750">
              <a:buFont typeface="Wingdings" panose="05000000000000000000" pitchFamily="2" charset="2"/>
              <a:buChar char="v"/>
            </a:pPr>
            <a:r>
              <a:rPr lang="en-US" dirty="0"/>
              <a:t>Mapping the Walsh ordering to a channel bandwidth creates a </a:t>
            </a:r>
            <a:r>
              <a:rPr lang="en-US" b="1" dirty="0">
                <a:solidFill>
                  <a:srgbClr val="FF0000"/>
                </a:solidFill>
              </a:rPr>
              <a:t>set </a:t>
            </a:r>
            <a:r>
              <a:rPr lang="en-US" dirty="0"/>
              <a:t>of usable codes for our channel</a:t>
            </a:r>
          </a:p>
          <a:p>
            <a:pPr marL="285750" indent="-285750">
              <a:buFont typeface="Wingdings" panose="05000000000000000000" pitchFamily="2" charset="2"/>
              <a:buChar char="v"/>
            </a:pPr>
            <a:r>
              <a:rPr lang="en-US" dirty="0"/>
              <a:t>That </a:t>
            </a:r>
            <a:r>
              <a:rPr lang="en-US" b="1" dirty="0">
                <a:solidFill>
                  <a:srgbClr val="FF0000"/>
                </a:solidFill>
              </a:rPr>
              <a:t>set</a:t>
            </a:r>
            <a:r>
              <a:rPr lang="en-US" dirty="0"/>
              <a:t> size can increase, considering how the receiver’s cross-correlation recovers additional entries</a:t>
            </a:r>
          </a:p>
          <a:p>
            <a:pPr marL="285750" indent="-285750">
              <a:buFont typeface="Wingdings" panose="05000000000000000000" pitchFamily="2" charset="2"/>
              <a:buChar char="v"/>
            </a:pPr>
            <a:r>
              <a:rPr lang="en-US" dirty="0"/>
              <a:t>This leads to using a larger Hadamard matrix than was originally thought for the given channel</a:t>
            </a:r>
          </a:p>
        </p:txBody>
      </p:sp>
      <p:sp>
        <p:nvSpPr>
          <p:cNvPr id="5" name="TextBox 4">
            <a:extLst>
              <a:ext uri="{FF2B5EF4-FFF2-40B4-BE49-F238E27FC236}">
                <a16:creationId xmlns:a16="http://schemas.microsoft.com/office/drawing/2014/main" id="{52ECA0C0-4698-E1A0-5842-9A554CA9C195}"/>
              </a:ext>
            </a:extLst>
          </p:cNvPr>
          <p:cNvSpPr txBox="1"/>
          <p:nvPr/>
        </p:nvSpPr>
        <p:spPr>
          <a:xfrm>
            <a:off x="838199" y="5586910"/>
            <a:ext cx="10741975" cy="646331"/>
          </a:xfrm>
          <a:prstGeom prst="rect">
            <a:avLst/>
          </a:prstGeom>
          <a:solidFill>
            <a:srgbClr val="FFFF00"/>
          </a:solidFill>
        </p:spPr>
        <p:txBody>
          <a:bodyPr wrap="square" rtlCol="0">
            <a:spAutoFit/>
          </a:bodyPr>
          <a:lstStyle/>
          <a:p>
            <a:pPr algn="ctr"/>
            <a:r>
              <a:rPr lang="en-US" dirty="0"/>
              <a:t>We can refer to </a:t>
            </a:r>
            <a:r>
              <a:rPr lang="en-US" b="1" dirty="0"/>
              <a:t>Aspect 1</a:t>
            </a:r>
            <a:r>
              <a:rPr lang="en-US" dirty="0"/>
              <a:t> as joint lossy compression, Hadamard coding, and channel coding (inner error control coding) </a:t>
            </a:r>
          </a:p>
        </p:txBody>
      </p:sp>
      <p:sp>
        <p:nvSpPr>
          <p:cNvPr id="6" name="Footer Placeholder 5">
            <a:extLst>
              <a:ext uri="{FF2B5EF4-FFF2-40B4-BE49-F238E27FC236}">
                <a16:creationId xmlns:a16="http://schemas.microsoft.com/office/drawing/2014/main" id="{9C2B8ADA-D6C4-9F91-D958-F36BBA6A7543}"/>
              </a:ext>
            </a:extLst>
          </p:cNvPr>
          <p:cNvSpPr>
            <a:spLocks noGrp="1"/>
          </p:cNvSpPr>
          <p:nvPr>
            <p:ph type="ftr" sz="quarter" idx="11"/>
            <p:custDataLst>
              <p:tags r:id="rId1"/>
            </p:custDataLst>
          </p:nvPr>
        </p:nvSpPr>
        <p:spPr/>
        <p:txBody>
          <a:bodyPr/>
          <a:lstStyle/>
          <a:p>
            <a:r>
              <a:rPr lang="en-US"/>
              <a:t>Raytheon Company - Approved for Public Disclosure</a:t>
            </a:r>
          </a:p>
        </p:txBody>
      </p:sp>
    </p:spTree>
    <p:extLst>
      <p:ext uri="{BB962C8B-B14F-4D97-AF65-F5344CB8AC3E}">
        <p14:creationId xmlns:p14="http://schemas.microsoft.com/office/powerpoint/2010/main" val="2656587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9144A-0A87-B7C0-F452-D3684A843DEE}"/>
              </a:ext>
            </a:extLst>
          </p:cNvPr>
          <p:cNvSpPr>
            <a:spLocks noGrp="1"/>
          </p:cNvSpPr>
          <p:nvPr>
            <p:ph type="title"/>
          </p:nvPr>
        </p:nvSpPr>
        <p:spPr/>
        <p:txBody>
          <a:bodyPr/>
          <a:lstStyle/>
          <a:p>
            <a:r>
              <a:rPr lang="en-US" dirty="0"/>
              <a:t>Hadamard Matrix</a:t>
            </a:r>
          </a:p>
        </p:txBody>
      </p:sp>
      <p:pic>
        <p:nvPicPr>
          <p:cNvPr id="4" name="Picture 3">
            <a:extLst>
              <a:ext uri="{FF2B5EF4-FFF2-40B4-BE49-F238E27FC236}">
                <a16:creationId xmlns:a16="http://schemas.microsoft.com/office/drawing/2014/main" id="{DE39E833-3859-5BF2-C8CF-D9EBA0470BB2}"/>
              </a:ext>
            </a:extLst>
          </p:cNvPr>
          <p:cNvPicPr>
            <a:picLocks noChangeAspect="1"/>
          </p:cNvPicPr>
          <p:nvPr/>
        </p:nvPicPr>
        <p:blipFill>
          <a:blip r:embed="rId4"/>
          <a:stretch>
            <a:fillRect/>
          </a:stretch>
        </p:blipFill>
        <p:spPr>
          <a:xfrm>
            <a:off x="838200" y="1416050"/>
            <a:ext cx="9753600" cy="5076825"/>
          </a:xfrm>
          <a:prstGeom prst="rect">
            <a:avLst/>
          </a:prstGeom>
        </p:spPr>
      </p:pic>
      <p:sp>
        <p:nvSpPr>
          <p:cNvPr id="5" name="TextBox 4">
            <a:extLst>
              <a:ext uri="{FF2B5EF4-FFF2-40B4-BE49-F238E27FC236}">
                <a16:creationId xmlns:a16="http://schemas.microsoft.com/office/drawing/2014/main" id="{44DA8D42-A872-3FA6-EB29-BE6C04767429}"/>
              </a:ext>
            </a:extLst>
          </p:cNvPr>
          <p:cNvSpPr txBox="1"/>
          <p:nvPr/>
        </p:nvSpPr>
        <p:spPr>
          <a:xfrm>
            <a:off x="7742365" y="2372281"/>
            <a:ext cx="2089104" cy="369332"/>
          </a:xfrm>
          <a:prstGeom prst="rect">
            <a:avLst/>
          </a:prstGeom>
          <a:noFill/>
        </p:spPr>
        <p:txBody>
          <a:bodyPr wrap="square" rtlCol="0">
            <a:spAutoFit/>
          </a:bodyPr>
          <a:lstStyle/>
          <a:p>
            <a:r>
              <a:rPr lang="en-US" dirty="0"/>
              <a:t>No Harmonics</a:t>
            </a:r>
          </a:p>
        </p:txBody>
      </p:sp>
      <p:sp>
        <p:nvSpPr>
          <p:cNvPr id="6" name="TextBox 5">
            <a:extLst>
              <a:ext uri="{FF2B5EF4-FFF2-40B4-BE49-F238E27FC236}">
                <a16:creationId xmlns:a16="http://schemas.microsoft.com/office/drawing/2014/main" id="{9EFAEE14-8F84-9DFB-9F06-B64A4C5EAD6B}"/>
              </a:ext>
            </a:extLst>
          </p:cNvPr>
          <p:cNvSpPr txBox="1"/>
          <p:nvPr/>
        </p:nvSpPr>
        <p:spPr>
          <a:xfrm>
            <a:off x="7742365" y="3907115"/>
            <a:ext cx="2089104" cy="369332"/>
          </a:xfrm>
          <a:prstGeom prst="rect">
            <a:avLst/>
          </a:prstGeom>
          <a:noFill/>
        </p:spPr>
        <p:txBody>
          <a:bodyPr wrap="square" rtlCol="0">
            <a:spAutoFit/>
          </a:bodyPr>
          <a:lstStyle/>
          <a:p>
            <a:r>
              <a:rPr lang="en-US" dirty="0"/>
              <a:t>Low Harmonics</a:t>
            </a:r>
          </a:p>
        </p:txBody>
      </p:sp>
      <p:sp>
        <p:nvSpPr>
          <p:cNvPr id="7" name="Right Brace 6">
            <a:extLst>
              <a:ext uri="{FF2B5EF4-FFF2-40B4-BE49-F238E27FC236}">
                <a16:creationId xmlns:a16="http://schemas.microsoft.com/office/drawing/2014/main" id="{F95FC612-15EE-C205-E7E8-D4F3479DADA8}"/>
              </a:ext>
            </a:extLst>
          </p:cNvPr>
          <p:cNvSpPr/>
          <p:nvPr/>
        </p:nvSpPr>
        <p:spPr>
          <a:xfrm>
            <a:off x="7849155" y="4842871"/>
            <a:ext cx="393793" cy="54179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719CAEA0-1E1A-FF44-8755-EBF15E15640A}"/>
              </a:ext>
            </a:extLst>
          </p:cNvPr>
          <p:cNvSpPr txBox="1"/>
          <p:nvPr/>
        </p:nvSpPr>
        <p:spPr>
          <a:xfrm>
            <a:off x="7742365" y="4944963"/>
            <a:ext cx="2089104" cy="369332"/>
          </a:xfrm>
          <a:prstGeom prst="rect">
            <a:avLst/>
          </a:prstGeom>
          <a:noFill/>
        </p:spPr>
        <p:txBody>
          <a:bodyPr wrap="square" rtlCol="0">
            <a:spAutoFit/>
          </a:bodyPr>
          <a:lstStyle/>
          <a:p>
            <a:r>
              <a:rPr lang="en-US" dirty="0"/>
              <a:t>Distance of 4</a:t>
            </a:r>
          </a:p>
        </p:txBody>
      </p:sp>
      <p:sp>
        <p:nvSpPr>
          <p:cNvPr id="3" name="Footer Placeholder 2">
            <a:extLst>
              <a:ext uri="{FF2B5EF4-FFF2-40B4-BE49-F238E27FC236}">
                <a16:creationId xmlns:a16="http://schemas.microsoft.com/office/drawing/2014/main" id="{B6F49ABE-9568-3497-147C-4E204E697721}"/>
              </a:ext>
            </a:extLst>
          </p:cNvPr>
          <p:cNvSpPr>
            <a:spLocks noGrp="1"/>
          </p:cNvSpPr>
          <p:nvPr>
            <p:ph type="ftr" sz="quarter" idx="11"/>
            <p:custDataLst>
              <p:tags r:id="rId1"/>
            </p:custDataLst>
          </p:nvPr>
        </p:nvSpPr>
        <p:spPr/>
        <p:txBody>
          <a:bodyPr/>
          <a:lstStyle/>
          <a:p>
            <a:r>
              <a:rPr lang="en-US"/>
              <a:t>Raytheon Company - Approved for Public Disclosure</a:t>
            </a:r>
          </a:p>
        </p:txBody>
      </p:sp>
    </p:spTree>
    <p:extLst>
      <p:ext uri="{BB962C8B-B14F-4D97-AF65-F5344CB8AC3E}">
        <p14:creationId xmlns:p14="http://schemas.microsoft.com/office/powerpoint/2010/main" val="4208013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8AEA8-3419-5870-D1E4-59DA9F99189E}"/>
              </a:ext>
            </a:extLst>
          </p:cNvPr>
          <p:cNvSpPr>
            <a:spLocks noGrp="1"/>
          </p:cNvSpPr>
          <p:nvPr>
            <p:ph type="title"/>
          </p:nvPr>
        </p:nvSpPr>
        <p:spPr>
          <a:xfrm>
            <a:off x="838200" y="365125"/>
            <a:ext cx="10515600" cy="869649"/>
          </a:xfrm>
        </p:spPr>
        <p:txBody>
          <a:bodyPr/>
          <a:lstStyle/>
          <a:p>
            <a:r>
              <a:rPr lang="en-US" dirty="0"/>
              <a:t>What is in the literature, and what is missing</a:t>
            </a:r>
          </a:p>
        </p:txBody>
      </p:sp>
      <p:graphicFrame>
        <p:nvGraphicFramePr>
          <p:cNvPr id="4" name="Content Placeholder 3">
            <a:extLst>
              <a:ext uri="{FF2B5EF4-FFF2-40B4-BE49-F238E27FC236}">
                <a16:creationId xmlns:a16="http://schemas.microsoft.com/office/drawing/2014/main" id="{44E9144E-A2BF-5574-4868-B96E3C60FC35}"/>
              </a:ext>
            </a:extLst>
          </p:cNvPr>
          <p:cNvGraphicFramePr>
            <a:graphicFrameLocks noGrp="1"/>
          </p:cNvGraphicFramePr>
          <p:nvPr>
            <p:ph idx="1"/>
            <p:extLst>
              <p:ext uri="{D42A27DB-BD31-4B8C-83A1-F6EECF244321}">
                <p14:modId xmlns:p14="http://schemas.microsoft.com/office/powerpoint/2010/main" val="2050738798"/>
              </p:ext>
            </p:extLst>
          </p:nvPr>
        </p:nvGraphicFramePr>
        <p:xfrm>
          <a:off x="838200" y="1450865"/>
          <a:ext cx="10515600" cy="173736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4036146674"/>
                    </a:ext>
                  </a:extLst>
                </a:gridCol>
                <a:gridCol w="5257800">
                  <a:extLst>
                    <a:ext uri="{9D8B030D-6E8A-4147-A177-3AD203B41FA5}">
                      <a16:colId xmlns:a16="http://schemas.microsoft.com/office/drawing/2014/main" val="1467224685"/>
                    </a:ext>
                  </a:extLst>
                </a:gridCol>
              </a:tblGrid>
              <a:tr h="370840">
                <a:tc>
                  <a:txBody>
                    <a:bodyPr/>
                    <a:lstStyle/>
                    <a:p>
                      <a:r>
                        <a:rPr lang="en-US" sz="2400" dirty="0">
                          <a:solidFill>
                            <a:schemeClr val="tx1"/>
                          </a:solidFill>
                        </a:rPr>
                        <a:t>In the literature</a:t>
                      </a:r>
                    </a:p>
                  </a:txBody>
                  <a:tcPr/>
                </a:tc>
                <a:tc>
                  <a:txBody>
                    <a:bodyPr/>
                    <a:lstStyle/>
                    <a:p>
                      <a:r>
                        <a:rPr lang="en-US" sz="2400" dirty="0">
                          <a:solidFill>
                            <a:schemeClr val="tx1"/>
                          </a:solidFill>
                        </a:rPr>
                        <a:t>Need complement </a:t>
                      </a:r>
                    </a:p>
                  </a:txBody>
                  <a:tcPr/>
                </a:tc>
                <a:extLst>
                  <a:ext uri="{0D108BD9-81ED-4DB2-BD59-A6C34878D82A}">
                    <a16:rowId xmlns:a16="http://schemas.microsoft.com/office/drawing/2014/main" val="2319363996"/>
                  </a:ext>
                </a:extLst>
              </a:tr>
              <a:tr h="370840">
                <a:tc>
                  <a:txBody>
                    <a:bodyPr/>
                    <a:lstStyle/>
                    <a:p>
                      <a:r>
                        <a:rPr lang="en-US" dirty="0"/>
                        <a:t>Mapping a set of low harmonics entries to a narrow band channel </a:t>
                      </a:r>
                    </a:p>
                  </a:txBody>
                  <a:tcPr/>
                </a:tc>
                <a:tc>
                  <a:txBody>
                    <a:bodyPr/>
                    <a:lstStyle/>
                    <a:p>
                      <a:r>
                        <a:rPr lang="en-US" dirty="0"/>
                        <a:t>Consider the impact of lossy compression and cross-correlation on additional entries </a:t>
                      </a:r>
                    </a:p>
                  </a:txBody>
                  <a:tcPr/>
                </a:tc>
                <a:extLst>
                  <a:ext uri="{0D108BD9-81ED-4DB2-BD59-A6C34878D82A}">
                    <a16:rowId xmlns:a16="http://schemas.microsoft.com/office/drawing/2014/main" val="1673021079"/>
                  </a:ext>
                </a:extLst>
              </a:tr>
              <a:tr h="370840">
                <a:tc>
                  <a:txBody>
                    <a:bodyPr/>
                    <a:lstStyle/>
                    <a:p>
                      <a:r>
                        <a:rPr lang="en-US" dirty="0"/>
                        <a:t>Finding sets with distance limits </a:t>
                      </a:r>
                    </a:p>
                  </a:txBody>
                  <a:tcPr/>
                </a:tc>
                <a:tc>
                  <a:txBody>
                    <a:bodyPr/>
                    <a:lstStyle/>
                    <a:p>
                      <a:r>
                        <a:rPr lang="en-US" dirty="0"/>
                        <a:t>Relating the distance/Gray code to lossy compression recovery and SNR </a:t>
                      </a:r>
                    </a:p>
                  </a:txBody>
                  <a:tcPr/>
                </a:tc>
                <a:extLst>
                  <a:ext uri="{0D108BD9-81ED-4DB2-BD59-A6C34878D82A}">
                    <a16:rowId xmlns:a16="http://schemas.microsoft.com/office/drawing/2014/main" val="1685691216"/>
                  </a:ext>
                </a:extLst>
              </a:tr>
            </a:tbl>
          </a:graphicData>
        </a:graphic>
      </p:graphicFrame>
      <p:sp>
        <p:nvSpPr>
          <p:cNvPr id="6" name="Oval 5">
            <a:extLst>
              <a:ext uri="{FF2B5EF4-FFF2-40B4-BE49-F238E27FC236}">
                <a16:creationId xmlns:a16="http://schemas.microsoft.com/office/drawing/2014/main" id="{780A9D80-BABF-A73F-501A-9A6143AAD098}"/>
              </a:ext>
            </a:extLst>
          </p:cNvPr>
          <p:cNvSpPr/>
          <p:nvPr/>
        </p:nvSpPr>
        <p:spPr>
          <a:xfrm>
            <a:off x="3824462" y="4175988"/>
            <a:ext cx="5119305" cy="1738788"/>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FE0B122-EE6C-52A3-7FD3-426FA6ED87C5}"/>
              </a:ext>
            </a:extLst>
          </p:cNvPr>
          <p:cNvSpPr/>
          <p:nvPr/>
        </p:nvSpPr>
        <p:spPr>
          <a:xfrm>
            <a:off x="3903442" y="4254969"/>
            <a:ext cx="4252737" cy="133943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041F9DD-D86A-E944-1E80-E01D33D60F71}"/>
              </a:ext>
            </a:extLst>
          </p:cNvPr>
          <p:cNvSpPr/>
          <p:nvPr/>
        </p:nvSpPr>
        <p:spPr>
          <a:xfrm>
            <a:off x="4035819" y="4333950"/>
            <a:ext cx="2858890" cy="980125"/>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806B161-5EA7-B650-3629-315AC850D0E2}"/>
              </a:ext>
            </a:extLst>
          </p:cNvPr>
          <p:cNvSpPr/>
          <p:nvPr/>
        </p:nvSpPr>
        <p:spPr>
          <a:xfrm>
            <a:off x="4128149" y="4399583"/>
            <a:ext cx="1798764" cy="7476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01381FF-A488-0AF2-7054-D4129C5D1A02}"/>
              </a:ext>
            </a:extLst>
          </p:cNvPr>
          <p:cNvSpPr txBox="1"/>
          <p:nvPr/>
        </p:nvSpPr>
        <p:spPr>
          <a:xfrm>
            <a:off x="7482061" y="3564151"/>
            <a:ext cx="3484064" cy="369332"/>
          </a:xfrm>
          <a:prstGeom prst="rect">
            <a:avLst/>
          </a:prstGeom>
          <a:noFill/>
        </p:spPr>
        <p:txBody>
          <a:bodyPr wrap="square" rtlCol="0">
            <a:spAutoFit/>
          </a:bodyPr>
          <a:lstStyle/>
          <a:p>
            <a:r>
              <a:rPr lang="en-US" dirty="0"/>
              <a:t>The ideal channel/no noise set</a:t>
            </a:r>
          </a:p>
        </p:txBody>
      </p:sp>
      <p:sp>
        <p:nvSpPr>
          <p:cNvPr id="11" name="TextBox 10">
            <a:extLst>
              <a:ext uri="{FF2B5EF4-FFF2-40B4-BE49-F238E27FC236}">
                <a16:creationId xmlns:a16="http://schemas.microsoft.com/office/drawing/2014/main" id="{DF580623-D6D1-6999-CD60-F6B3B7C36008}"/>
              </a:ext>
            </a:extLst>
          </p:cNvPr>
          <p:cNvSpPr txBox="1"/>
          <p:nvPr/>
        </p:nvSpPr>
        <p:spPr>
          <a:xfrm>
            <a:off x="8742420" y="3960181"/>
            <a:ext cx="1863284" cy="369332"/>
          </a:xfrm>
          <a:prstGeom prst="rect">
            <a:avLst/>
          </a:prstGeom>
          <a:noFill/>
        </p:spPr>
        <p:txBody>
          <a:bodyPr wrap="square" rtlCol="0">
            <a:spAutoFit/>
          </a:bodyPr>
          <a:lstStyle/>
          <a:p>
            <a:r>
              <a:rPr lang="en-US" dirty="0"/>
              <a:t>High SNR set</a:t>
            </a:r>
          </a:p>
        </p:txBody>
      </p:sp>
      <p:sp>
        <p:nvSpPr>
          <p:cNvPr id="12" name="TextBox 11">
            <a:extLst>
              <a:ext uri="{FF2B5EF4-FFF2-40B4-BE49-F238E27FC236}">
                <a16:creationId xmlns:a16="http://schemas.microsoft.com/office/drawing/2014/main" id="{3335312F-2CCD-7F46-60C5-2A3D37D4330D}"/>
              </a:ext>
            </a:extLst>
          </p:cNvPr>
          <p:cNvSpPr txBox="1"/>
          <p:nvPr/>
        </p:nvSpPr>
        <p:spPr>
          <a:xfrm>
            <a:off x="9103396" y="4382536"/>
            <a:ext cx="1643028" cy="369332"/>
          </a:xfrm>
          <a:prstGeom prst="rect">
            <a:avLst/>
          </a:prstGeom>
          <a:noFill/>
        </p:spPr>
        <p:txBody>
          <a:bodyPr wrap="square" rtlCol="0">
            <a:spAutoFit/>
          </a:bodyPr>
          <a:lstStyle/>
          <a:p>
            <a:r>
              <a:rPr lang="en-US" dirty="0"/>
              <a:t>Lower SNR set</a:t>
            </a:r>
          </a:p>
        </p:txBody>
      </p:sp>
      <p:sp>
        <p:nvSpPr>
          <p:cNvPr id="13" name="TextBox 12">
            <a:extLst>
              <a:ext uri="{FF2B5EF4-FFF2-40B4-BE49-F238E27FC236}">
                <a16:creationId xmlns:a16="http://schemas.microsoft.com/office/drawing/2014/main" id="{8592193B-5514-296F-6632-48E814C22457}"/>
              </a:ext>
            </a:extLst>
          </p:cNvPr>
          <p:cNvSpPr txBox="1"/>
          <p:nvPr/>
        </p:nvSpPr>
        <p:spPr>
          <a:xfrm>
            <a:off x="9410420" y="4804891"/>
            <a:ext cx="1836033" cy="369332"/>
          </a:xfrm>
          <a:prstGeom prst="rect">
            <a:avLst/>
          </a:prstGeom>
          <a:noFill/>
        </p:spPr>
        <p:txBody>
          <a:bodyPr wrap="square" rtlCol="0">
            <a:spAutoFit/>
          </a:bodyPr>
          <a:lstStyle/>
          <a:p>
            <a:r>
              <a:rPr lang="en-US" dirty="0"/>
              <a:t>Lowest SNR set</a:t>
            </a:r>
          </a:p>
        </p:txBody>
      </p:sp>
      <p:cxnSp>
        <p:nvCxnSpPr>
          <p:cNvPr id="17" name="Connector: Curved 16">
            <a:extLst>
              <a:ext uri="{FF2B5EF4-FFF2-40B4-BE49-F238E27FC236}">
                <a16:creationId xmlns:a16="http://schemas.microsoft.com/office/drawing/2014/main" id="{2894F5D9-21A1-EB54-44DA-D76B11552D31}"/>
              </a:ext>
            </a:extLst>
          </p:cNvPr>
          <p:cNvCxnSpPr>
            <a:cxnSpLocks/>
          </p:cNvCxnSpPr>
          <p:nvPr/>
        </p:nvCxnSpPr>
        <p:spPr>
          <a:xfrm rot="5400000">
            <a:off x="7409547" y="3975548"/>
            <a:ext cx="405332" cy="153512"/>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onnector: Curved 18">
            <a:extLst>
              <a:ext uri="{FF2B5EF4-FFF2-40B4-BE49-F238E27FC236}">
                <a16:creationId xmlns:a16="http://schemas.microsoft.com/office/drawing/2014/main" id="{9566B926-5914-3EF3-EBA5-5ED5BB382739}"/>
              </a:ext>
            </a:extLst>
          </p:cNvPr>
          <p:cNvCxnSpPr>
            <a:cxnSpLocks/>
            <a:endCxn id="7" idx="7"/>
          </p:cNvCxnSpPr>
          <p:nvPr/>
        </p:nvCxnSpPr>
        <p:spPr>
          <a:xfrm rot="10800000" flipV="1">
            <a:off x="7533381" y="4231134"/>
            <a:ext cx="1377013" cy="219990"/>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nector: Curved 20">
            <a:extLst>
              <a:ext uri="{FF2B5EF4-FFF2-40B4-BE49-F238E27FC236}">
                <a16:creationId xmlns:a16="http://schemas.microsoft.com/office/drawing/2014/main" id="{514207AF-C994-C65F-CD12-811F195CFC42}"/>
              </a:ext>
            </a:extLst>
          </p:cNvPr>
          <p:cNvCxnSpPr>
            <a:cxnSpLocks/>
            <a:endCxn id="8" idx="6"/>
          </p:cNvCxnSpPr>
          <p:nvPr/>
        </p:nvCxnSpPr>
        <p:spPr>
          <a:xfrm rot="10800000" flipV="1">
            <a:off x="6894709" y="4674975"/>
            <a:ext cx="2456200" cy="149038"/>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Connector: Curved 22">
            <a:extLst>
              <a:ext uri="{FF2B5EF4-FFF2-40B4-BE49-F238E27FC236}">
                <a16:creationId xmlns:a16="http://schemas.microsoft.com/office/drawing/2014/main" id="{CFCC6041-9ACC-8486-5E3C-95204B0B0AB5}"/>
              </a:ext>
            </a:extLst>
          </p:cNvPr>
          <p:cNvCxnSpPr>
            <a:cxnSpLocks/>
          </p:cNvCxnSpPr>
          <p:nvPr/>
        </p:nvCxnSpPr>
        <p:spPr>
          <a:xfrm rot="10800000" flipV="1">
            <a:off x="5513097" y="5080307"/>
            <a:ext cx="3944324" cy="36146"/>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C11F939A-79D5-378F-3493-063DC33F9179}"/>
              </a:ext>
            </a:extLst>
          </p:cNvPr>
          <p:cNvSpPr txBox="1"/>
          <p:nvPr/>
        </p:nvSpPr>
        <p:spPr>
          <a:xfrm>
            <a:off x="838200" y="3466776"/>
            <a:ext cx="3420101" cy="369332"/>
          </a:xfrm>
          <a:prstGeom prst="rect">
            <a:avLst/>
          </a:prstGeom>
          <a:solidFill>
            <a:srgbClr val="FFC000"/>
          </a:solidFill>
        </p:spPr>
        <p:txBody>
          <a:bodyPr wrap="square" rtlCol="0">
            <a:spAutoFit/>
          </a:bodyPr>
          <a:lstStyle/>
          <a:p>
            <a:r>
              <a:rPr lang="en-US" b="1" dirty="0">
                <a:solidFill>
                  <a:srgbClr val="7030A0"/>
                </a:solidFill>
              </a:rPr>
              <a:t>Aspect 2: Invoke Set Theory</a:t>
            </a:r>
            <a:endParaRPr lang="en-US" dirty="0"/>
          </a:p>
        </p:txBody>
      </p:sp>
      <p:sp>
        <p:nvSpPr>
          <p:cNvPr id="14" name="TextBox 13">
            <a:extLst>
              <a:ext uri="{FF2B5EF4-FFF2-40B4-BE49-F238E27FC236}">
                <a16:creationId xmlns:a16="http://schemas.microsoft.com/office/drawing/2014/main" id="{7F3E1AF5-CEB9-D1D4-3811-15B845680E57}"/>
              </a:ext>
            </a:extLst>
          </p:cNvPr>
          <p:cNvSpPr txBox="1"/>
          <p:nvPr/>
        </p:nvSpPr>
        <p:spPr>
          <a:xfrm>
            <a:off x="830836" y="4795931"/>
            <a:ext cx="2833997" cy="1200329"/>
          </a:xfrm>
          <a:prstGeom prst="rect">
            <a:avLst/>
          </a:prstGeom>
          <a:solidFill>
            <a:srgbClr val="FFFF00"/>
          </a:solidFill>
        </p:spPr>
        <p:txBody>
          <a:bodyPr wrap="square" rtlCol="0">
            <a:spAutoFit/>
          </a:bodyPr>
          <a:lstStyle/>
          <a:p>
            <a:r>
              <a:rPr lang="en-US" dirty="0"/>
              <a:t>We can refer to </a:t>
            </a:r>
            <a:r>
              <a:rPr lang="en-US" b="1" dirty="0"/>
              <a:t>Aspect 2</a:t>
            </a:r>
            <a:r>
              <a:rPr lang="en-US" dirty="0"/>
              <a:t> as joint Set Theory and maximizing the Hadamard matrix size </a:t>
            </a:r>
          </a:p>
        </p:txBody>
      </p:sp>
      <p:sp>
        <p:nvSpPr>
          <p:cNvPr id="5" name="Footer Placeholder 4">
            <a:extLst>
              <a:ext uri="{FF2B5EF4-FFF2-40B4-BE49-F238E27FC236}">
                <a16:creationId xmlns:a16="http://schemas.microsoft.com/office/drawing/2014/main" id="{528732CF-37CC-0469-6F26-7216AEFE3055}"/>
              </a:ext>
            </a:extLst>
          </p:cNvPr>
          <p:cNvSpPr>
            <a:spLocks noGrp="1"/>
          </p:cNvSpPr>
          <p:nvPr>
            <p:ph type="ftr" sz="quarter" idx="11"/>
            <p:custDataLst>
              <p:tags r:id="rId1"/>
            </p:custDataLst>
          </p:nvPr>
        </p:nvSpPr>
        <p:spPr/>
        <p:txBody>
          <a:bodyPr/>
          <a:lstStyle/>
          <a:p>
            <a:r>
              <a:rPr lang="en-US"/>
              <a:t>Raytheon Company - Approved for Public Disclosure</a:t>
            </a:r>
          </a:p>
        </p:txBody>
      </p:sp>
    </p:spTree>
    <p:extLst>
      <p:ext uri="{BB962C8B-B14F-4D97-AF65-F5344CB8AC3E}">
        <p14:creationId xmlns:p14="http://schemas.microsoft.com/office/powerpoint/2010/main" val="815263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97DB3-7928-0F7B-9BF8-9AD6A496AFD6}"/>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4A0A5E61-6ABA-A44A-B63E-4007FA283C8D}"/>
              </a:ext>
            </a:extLst>
          </p:cNvPr>
          <p:cNvSpPr>
            <a:spLocks noGrp="1"/>
          </p:cNvSpPr>
          <p:nvPr>
            <p:ph idx="1"/>
          </p:nvPr>
        </p:nvSpPr>
        <p:spPr>
          <a:xfrm>
            <a:off x="675637" y="1317251"/>
            <a:ext cx="10821419" cy="4802945"/>
          </a:xfrm>
        </p:spPr>
        <p:txBody>
          <a:bodyPr/>
          <a:lstStyle/>
          <a:p>
            <a:r>
              <a:rPr lang="en-US" dirty="0"/>
              <a:t>There is a need to maximize spread spectrum with narrow band channels</a:t>
            </a:r>
          </a:p>
          <a:p>
            <a:r>
              <a:rPr lang="en-US" dirty="0"/>
              <a:t>The road to this maximization is to join:</a:t>
            </a:r>
          </a:p>
          <a:p>
            <a:pPr lvl="1"/>
            <a:r>
              <a:rPr lang="en-US" dirty="0"/>
              <a:t>Lossy compression of the channel</a:t>
            </a:r>
          </a:p>
          <a:p>
            <a:pPr lvl="1"/>
            <a:r>
              <a:rPr lang="en-US" dirty="0"/>
              <a:t>Hadamard transformation with respect to channel harmonics</a:t>
            </a:r>
          </a:p>
          <a:p>
            <a:pPr lvl="1"/>
            <a:r>
              <a:rPr lang="en-US" dirty="0"/>
              <a:t>Replace channel coding (inner error </a:t>
            </a:r>
            <a:r>
              <a:rPr lang="en-US"/>
              <a:t>control coding) with </a:t>
            </a:r>
            <a:r>
              <a:rPr lang="en-US" dirty="0"/>
              <a:t>increased chip rate</a:t>
            </a:r>
          </a:p>
          <a:p>
            <a:pPr lvl="1"/>
            <a:r>
              <a:rPr lang="en-US" dirty="0"/>
              <a:t>Invoke Set Theory</a:t>
            </a:r>
          </a:p>
          <a:p>
            <a:r>
              <a:rPr lang="en-US" dirty="0"/>
              <a:t>It is possible to assume digital binary phase shift keying modulation </a:t>
            </a:r>
          </a:p>
          <a:p>
            <a:pPr lvl="1"/>
            <a:r>
              <a:rPr lang="en-US" dirty="0"/>
              <a:t>This will not impact the ability to create the desired joint solution</a:t>
            </a:r>
          </a:p>
          <a:p>
            <a:r>
              <a:rPr lang="en-US" dirty="0"/>
              <a:t>We desire the solution to be:</a:t>
            </a:r>
          </a:p>
          <a:p>
            <a:pPr lvl="1"/>
            <a:r>
              <a:rPr lang="en-US" dirty="0"/>
              <a:t>Dynamic sets so that channel feedback can result in changes to the usable set</a:t>
            </a:r>
          </a:p>
          <a:p>
            <a:pPr lvl="1"/>
            <a:r>
              <a:rPr lang="en-US" dirty="0"/>
              <a:t>implemented in MATLAB</a:t>
            </a:r>
          </a:p>
          <a:p>
            <a:endParaRPr lang="en-US" dirty="0"/>
          </a:p>
        </p:txBody>
      </p:sp>
      <p:sp>
        <p:nvSpPr>
          <p:cNvPr id="5" name="Slide Number Placeholder 4">
            <a:extLst>
              <a:ext uri="{FF2B5EF4-FFF2-40B4-BE49-F238E27FC236}">
                <a16:creationId xmlns:a16="http://schemas.microsoft.com/office/drawing/2014/main" id="{D6C67127-6187-771E-1679-D97D42981166}"/>
              </a:ext>
            </a:extLst>
          </p:cNvPr>
          <p:cNvSpPr>
            <a:spLocks noGrp="1"/>
          </p:cNvSpPr>
          <p:nvPr>
            <p:ph type="sldNum" sz="quarter" idx="12"/>
          </p:nvPr>
        </p:nvSpPr>
        <p:spPr/>
        <p:txBody>
          <a:bodyPr/>
          <a:lstStyle/>
          <a:p>
            <a:fld id="{6A873561-0C50-4511-BBAF-05D5EA8676D3}" type="slidenum">
              <a:rPr lang="en-US" smtClean="0"/>
              <a:t>14</a:t>
            </a:fld>
            <a:endParaRPr lang="en-US"/>
          </a:p>
        </p:txBody>
      </p:sp>
      <p:sp>
        <p:nvSpPr>
          <p:cNvPr id="4" name="Footer Placeholder 3">
            <a:extLst>
              <a:ext uri="{FF2B5EF4-FFF2-40B4-BE49-F238E27FC236}">
                <a16:creationId xmlns:a16="http://schemas.microsoft.com/office/drawing/2014/main" id="{6E82DAB5-B746-5DFE-1DC3-00270A7924B9}"/>
              </a:ext>
            </a:extLst>
          </p:cNvPr>
          <p:cNvSpPr>
            <a:spLocks noGrp="1"/>
          </p:cNvSpPr>
          <p:nvPr>
            <p:ph type="ftr" sz="quarter" idx="11"/>
            <p:custDataLst>
              <p:tags r:id="rId1"/>
            </p:custDataLst>
          </p:nvPr>
        </p:nvSpPr>
        <p:spPr/>
        <p:txBody>
          <a:bodyPr/>
          <a:lstStyle/>
          <a:p>
            <a:r>
              <a:rPr lang="en-US"/>
              <a:t>Raytheon Company - Approved for Public Disclosure</a:t>
            </a:r>
          </a:p>
        </p:txBody>
      </p:sp>
    </p:spTree>
    <p:extLst>
      <p:ext uri="{BB962C8B-B14F-4D97-AF65-F5344CB8AC3E}">
        <p14:creationId xmlns:p14="http://schemas.microsoft.com/office/powerpoint/2010/main" val="110913014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1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1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1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1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1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1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1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1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1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1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2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2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2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2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2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2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ags/tag2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Raytheon Company - Approved for Public Disclosure"/>
  <p:tag name="BJHEADERFOOTERTEXTMARKING" val="Raytheon Company - Approved for Public Disclosure"/>
</p:tagLst>
</file>

<file path=ppt/theme/theme1.xml><?xml version="1.0" encoding="utf-8"?>
<a:theme xmlns:a="http://schemas.openxmlformats.org/drawingml/2006/main" name="RTX Masters: Covers">
  <a:themeElements>
    <a:clrScheme name="RTX">
      <a:dk1>
        <a:sysClr val="windowText" lastClr="000000"/>
      </a:dk1>
      <a:lt1>
        <a:sysClr val="window" lastClr="FFFFFF"/>
      </a:lt1>
      <a:dk2>
        <a:srgbClr val="000000"/>
      </a:dk2>
      <a:lt2>
        <a:srgbClr val="FFFFFF"/>
      </a:lt2>
      <a:accent1>
        <a:srgbClr val="D9D9D6"/>
      </a:accent1>
      <a:accent2>
        <a:srgbClr val="B1B3B3"/>
      </a:accent2>
      <a:accent3>
        <a:srgbClr val="63666A"/>
      </a:accent3>
      <a:accent4>
        <a:srgbClr val="7BA7BC"/>
      </a:accent4>
      <a:accent5>
        <a:srgbClr val="B7A99A"/>
      </a:accent5>
      <a:accent6>
        <a:srgbClr val="CE1126"/>
      </a:accent6>
      <a:hlink>
        <a:srgbClr val="CE1126"/>
      </a:hlink>
      <a:folHlink>
        <a:srgbClr val="61636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TX-presentation-template.potx" id="{9E84D616-25EC-436E-8705-8B13AFD2A4A5}" vid="{5F352B9E-7A2F-43F8-9375-3E873CA8F1A9}"/>
    </a:ext>
  </a:extLst>
</a:theme>
</file>

<file path=ppt/theme/theme2.xml><?xml version="1.0" encoding="utf-8"?>
<a:theme xmlns:a="http://schemas.openxmlformats.org/drawingml/2006/main" name="RTX Masters: Content">
  <a:themeElements>
    <a:clrScheme name="RTX">
      <a:dk1>
        <a:sysClr val="windowText" lastClr="000000"/>
      </a:dk1>
      <a:lt1>
        <a:sysClr val="window" lastClr="FFFFFF"/>
      </a:lt1>
      <a:dk2>
        <a:srgbClr val="000000"/>
      </a:dk2>
      <a:lt2>
        <a:srgbClr val="FFFFFF"/>
      </a:lt2>
      <a:accent1>
        <a:srgbClr val="D9D9D6"/>
      </a:accent1>
      <a:accent2>
        <a:srgbClr val="B1B3B3"/>
      </a:accent2>
      <a:accent3>
        <a:srgbClr val="63666A"/>
      </a:accent3>
      <a:accent4>
        <a:srgbClr val="7BA7BC"/>
      </a:accent4>
      <a:accent5>
        <a:srgbClr val="B7A99A"/>
      </a:accent5>
      <a:accent6>
        <a:srgbClr val="CE1126"/>
      </a:accent6>
      <a:hlink>
        <a:srgbClr val="CE1126"/>
      </a:hlink>
      <a:folHlink>
        <a:srgbClr val="61636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TX-presentation-template.potx" id="{9E84D616-25EC-436E-8705-8B13AFD2A4A5}" vid="{46F49A56-9C0E-421F-BCBC-928ABCAF4D75}"/>
    </a:ext>
  </a:extLst>
</a:theme>
</file>

<file path=ppt/theme/theme3.xml><?xml version="1.0" encoding="utf-8"?>
<a:theme xmlns:a="http://schemas.openxmlformats.org/drawingml/2006/main" name="RTX Masters: Section Breakers">
  <a:themeElements>
    <a:clrScheme name="RTX">
      <a:dk1>
        <a:sysClr val="windowText" lastClr="000000"/>
      </a:dk1>
      <a:lt1>
        <a:sysClr val="window" lastClr="FFFFFF"/>
      </a:lt1>
      <a:dk2>
        <a:srgbClr val="000000"/>
      </a:dk2>
      <a:lt2>
        <a:srgbClr val="FFFFFF"/>
      </a:lt2>
      <a:accent1>
        <a:srgbClr val="D9D9D6"/>
      </a:accent1>
      <a:accent2>
        <a:srgbClr val="B1B3B3"/>
      </a:accent2>
      <a:accent3>
        <a:srgbClr val="63666A"/>
      </a:accent3>
      <a:accent4>
        <a:srgbClr val="7BA7BC"/>
      </a:accent4>
      <a:accent5>
        <a:srgbClr val="B7A99A"/>
      </a:accent5>
      <a:accent6>
        <a:srgbClr val="CE1126"/>
      </a:accent6>
      <a:hlink>
        <a:srgbClr val="CE1126"/>
      </a:hlink>
      <a:folHlink>
        <a:srgbClr val="616365"/>
      </a:folHlink>
    </a:clrScheme>
    <a:fontScheme name="RTX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TX-presentation-template.potx" id="{9E84D616-25EC-436E-8705-8B13AFD2A4A5}" vid="{7D05CB4B-CA2A-4720-89E5-3343696A741A}"/>
    </a:ext>
  </a:extLst>
</a:theme>
</file>

<file path=ppt/theme/theme4.xml><?xml version="1.0" encoding="utf-8"?>
<a:theme xmlns:a="http://schemas.openxmlformats.org/drawingml/2006/main" name="Office Theme">
  <a:themeElements>
    <a:clrScheme name="RTX">
      <a:dk1>
        <a:sysClr val="windowText" lastClr="000000"/>
      </a:dk1>
      <a:lt1>
        <a:sysClr val="window" lastClr="FFFFFF"/>
      </a:lt1>
      <a:dk2>
        <a:srgbClr val="000000"/>
      </a:dk2>
      <a:lt2>
        <a:srgbClr val="FFFFFF"/>
      </a:lt2>
      <a:accent1>
        <a:srgbClr val="D9D9D6"/>
      </a:accent1>
      <a:accent2>
        <a:srgbClr val="B1B3B3"/>
      </a:accent2>
      <a:accent3>
        <a:srgbClr val="63666A"/>
      </a:accent3>
      <a:accent4>
        <a:srgbClr val="7BA7BC"/>
      </a:accent4>
      <a:accent5>
        <a:srgbClr val="B7A99A"/>
      </a:accent5>
      <a:accent6>
        <a:srgbClr val="CE1126"/>
      </a:accent6>
      <a:hlink>
        <a:srgbClr val="CE1126"/>
      </a:hlink>
      <a:folHlink>
        <a:srgbClr val="61636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RTX">
      <a:dk1>
        <a:sysClr val="windowText" lastClr="000000"/>
      </a:dk1>
      <a:lt1>
        <a:sysClr val="window" lastClr="FFFFFF"/>
      </a:lt1>
      <a:dk2>
        <a:srgbClr val="000000"/>
      </a:dk2>
      <a:lt2>
        <a:srgbClr val="FFFFFF"/>
      </a:lt2>
      <a:accent1>
        <a:srgbClr val="D9D9D6"/>
      </a:accent1>
      <a:accent2>
        <a:srgbClr val="B1B3B3"/>
      </a:accent2>
      <a:accent3>
        <a:srgbClr val="63666A"/>
      </a:accent3>
      <a:accent4>
        <a:srgbClr val="7BA7BC"/>
      </a:accent4>
      <a:accent5>
        <a:srgbClr val="B7A99A"/>
      </a:accent5>
      <a:accent6>
        <a:srgbClr val="CE1126"/>
      </a:accent6>
      <a:hlink>
        <a:srgbClr val="CE1126"/>
      </a:hlink>
      <a:folHlink>
        <a:srgbClr val="61636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A49450BF7B11147AA8C116BA14E6848" ma:contentTypeVersion="3" ma:contentTypeDescription="Create a new document." ma:contentTypeScope="" ma:versionID="2f526d967ba0e1a83719eb98f719f691">
  <xsd:schema xmlns:xsd="http://www.w3.org/2001/XMLSchema" xmlns:xs="http://www.w3.org/2001/XMLSchema" xmlns:p="http://schemas.microsoft.com/office/2006/metadata/properties" xmlns:ns2="1f014d26-b0c9-4719-9c4e-6e631f7a801d" targetNamespace="http://schemas.microsoft.com/office/2006/metadata/properties" ma:root="true" ma:fieldsID="ea5744fd6d356973943a54517c57327b" ns2:_="">
    <xsd:import namespace="1f014d26-b0c9-4719-9c4e-6e631f7a801d"/>
    <xsd:element name="properties">
      <xsd:complexType>
        <xsd:sequence>
          <xsd:element name="documentManagement">
            <xsd:complexType>
              <xsd:all>
                <xsd:element ref="ns2:MediaServiceMetadata" minOccurs="0"/>
                <xsd:element ref="ns2:MediaServiceFastMetadata" minOccurs="0"/>
                <xsd:element ref="ns2:VIOL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014d26-b0c9-4719-9c4e-6e631f7a80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VIOLATION" ma:index="10" nillable="true" ma:displayName="VIOLATION" ma:internalName="VIOL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VIOLATION xmlns="1f014d26-b0c9-4719-9c4e-6e631f7a801d">FALSE</VIOLATION>
  </documentManagement>
</p:properties>
</file>

<file path=customXml/item3.xml><?xml version="1.0" encoding="utf-8"?>
<WrappedLabelHistory xmlns:xsi="http://www.w3.org/2001/XMLSchema-instance" xmlns:xsd="http://www.w3.org/2001/XMLSchema" xmlns="http://www.boldonjames.com/2016/02/Classifier/internal/wrappedLabelHistory">
  <Value>PD94bWwgdmVyc2lvbj0iMS4wIiBlbmNvZGluZz0idXMtYXNjaWkiPz48bGFiZWxIaXN0b3J5IHhtbG5zOnhzaT0iaHR0cDovL3d3dy53My5vcmcvMjAwMS9YTUxTY2hlbWEtaW5zdGFuY2UiIHhtbG5zOnhzZD0iaHR0cDovL3d3dy53My5vcmcvMjAwMS9YTUxTY2hlbWEiIHhtbG5zPSJodHRwOi8vd3d3LmJvbGRvbmphbWVzLmNvbS8yMDE2LzAyL0NsYXNzaWZpZXIvaW50ZXJuYWwvbGFiZWxIaXN0b3J5Ij48aWQ+ezZDQTgxNEM5LTNBQ0YtNEMwNC04NzQ1LUYxRDBGNDkxMTBCRn08L2lkPjxWYWxpZD50cnVlPC9WYWxpZD48aXRlbT48c2lzbCBzaXNsVmVyc2lvbj0iMCIgcG9saWN5PSJjZGU1M2FjMS1iZjVmLTRhYWUtOWNmMS0wNzUwOWUyM2E0YjAiIG9yaWdpbj0iZGVmYXVsdFZhbHVlIj48ZWxlbWVudCB1aWQ9ImJiYTk0YzY1LWFjM2QtNGYzNC1iMmUxLThkZTExZWY2ZjAxYyIgdmFsdWU9IiIgeG1sbnM9Imh0dHA6Ly93d3cuYm9sZG9uamFtZXMuY29tLzIwMDgvMDEvc2llL2ludGVybmFsL2xhYmVsIiAvPjwvc2lzbD48VXNlck5hbWU+VVNcbnJwMDI0MTU4MjwvVXNlck5hbWU+PERhdGVUaW1lPjIvMTIvMjAyMCAyOjQ5OjE3IFBNPC9EYXRlVGltZT48TGFiZWxTdHJpbmc+T3JpZ2luIEp1cmlzZGljdGlvbjogVVMg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jU5OGNmYzI4LTVkZmQtNGYwNi04YzAxLWM3NTg4ZmQzOTRmMCIgdmFsdWU9IiIgeG1sbnM9Imh0dHA6Ly93d3cuYm9sZG9uamFtZXMuY29tLzIwMDgvMDEvc2llL2ludGVybmFsL2xhYmVsIiAvPjxlbGVtZW50IHVpZD0iYWFmYzlhOTUtZWU1ZC00ODdjLTljNGUtNjdhNTM4MGYyOTkxIiB2YWx1ZT0iIiB4bWxucz0iaHR0cDovL3d3dy5ib2xkb25qYW1lcy5jb20vMjAwOC8wMS9zaWUvaW50ZXJuYWwvbGFiZWwiIC8+PGVsZW1lbnQgdWlkPSJkNzU5Y2Q3YS1iNTdjLTQyZTQtOWE0OS05YjgyYTIzMzc1NzkiIHZhbHVlPSIiIHhtbG5zPSJodHRwOi8vd3d3LmJvbGRvbmphbWVzLmNvbS8yMDA4LzAxL3NpZS9pbnRlcm5hbC9sYWJlbCIgLz48ZWxlbWVudCB1aWQ9ImMyMDZkNWZhLWFlZTEtNGY2NC04OWQ5LWY4MWU0ZDdiM2FjYyIgdmFsdWU9IiIgeG1sbnM9Imh0dHA6Ly93d3cuYm9sZG9uamFtZXMuY29tLzIwMDgvMDEvc2llL2ludGVybmFsL2xhYmVsIiAvPjwvc2lzbD48VXNlck5hbWU+VVNcbnJwMDI0MTU4MjwvVXNlck5hbWU+PERhdGVUaW1lPjIvMTIvMjAyMCAzOjAzOjA5IFBNPC9EYXRlVGltZT48TGFiZWxTdHJpbmc+T3JpZ2luIEp1cmlzZGljdGlvbjogVVMgIHwgUmF5dGhlb24gQ29tcGV0aXRpb24gU2Vuc2l0aXZlIHwgUGVyIEN1cnJlbnQgUmF5dGhlb24gUG9saWN5IChSUC1PR0MtMDM1KSB8IE5vbi1FeHBvcnQgQ29udHJvbGxlZCBUZWNobmljYWwgSW5mb3JtYXRpb24gKEVYSU0gRGV0ZXJtaW5lZCBPbmx5KSB8IFBlciBDdXJyZW50IFJheXRoZW9uIFBvbGljeSAoUEktT0dDLUdUQy01MDA0KT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2FlMTFhNmItMjFiMS00OWQ4LTk5ZDgtZWQzMDY4NTEzODRhIiB2YWx1ZT0iIiB4bWxucz0iaHR0cDovL3d3dy5ib2xkb25qYW1lcy5jb20vMjAwOC8wMS9zaWUvaW50ZXJuYWwvbGFiZWwiIC8+PGVsZW1lbnQgdWlkPSJjMjA2ZDVmYS1hZWUxLTRmNjQtODlkOS1mODFlNGQ3YjNhY2MiIHZhbHVlPSIiIHhtbG5zPSJodHRwOi8vd3d3LmJvbGRvbmphbWVzLmNvbS8yMDA4LzAxL3NpZS9pbnRlcm5hbC9sYWJlbCIgLz48L3Npc2w+PFVzZXJOYW1lPlVTXG5ycDAyNDE1ODI8L1VzZXJOYW1lPjxEYXRlVGltZT4yLzEyLzIwMjAgMzoyODo1NyBQTTwvRGF0ZVRpbWU+PExhYmVsU3RyaW5nPk9yaWdpbiBKdXJpc2RpY3Rpb246IFVTICB8IFJheXRoZW9uIFByb3ByaWV0YXJ5IHwgUGVyIEN1cnJlbnQgUmF5dGhlb24gUG9saWN5IChSUC1PR0MtMDM1KSB8IFVTLUlUQVIgQ29udHJvbGxlZCB8IFBlciBDdXJyZW50IFJheXRoZW9uIFBvbGljeSAoUEktT0dDLUdUQy01MDA0KT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IwMTJlYjIyYy03NmNhLTRlNGYtOGFiOS1mYWJiMDU0YWUx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G5ycDAyNDE1ODI8L1VzZXJOYW1lPjxEYXRlVGltZT4yLzE0LzIwMjAgNDo0Mjo0NCBQTTwvRGF0ZVRpbWU+PExhYmVsU3RyaW5nPk9yaWdpbiBKdXJpc2RpY3Rpb246IFVTICB8IFJheXRoZW9uIE1vc3QgUHJpdmF0ZSB8IFBlciBDdXJyZW50IFJheXRoZW9uIFBvbGljeSAoUlAtT0dDLTAzNSkgfCBPdGhlciBJbmZvcm1hdGlvbiAoTm90IFJlcXVpcmluZyBhbiBFeHBvcnQgQ29udHJvbCBNYXJraW5nKSB8IE5vIG1hcmtpbmcgYXBwbGllZCBieSB0aGUgdG9vbD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ZmI5OTEzMDgtYTNkZS00MGE4LTk2N2ItMDkyMjMzNDI0MWJhIiB2YWx1ZT0iIiB4bWxucz0iaHR0cDovL3d3dy5ib2xkb25qYW1lcy5jb20vMjAwOC8wMS9zaWUvaW50ZXJuYWwvbGFiZWwiIC8+PGVsZW1lbnQgdWlkPSJjMjA2ZDVmYS1hZWUxLTRmNjQtODlkOS1mODFlNGQ3YjNhY2MiIHZhbHVlPSIiIHhtbG5zPSJodHRwOi8vd3d3LmJvbGRvbmphbWVzLmNvbS8yMDA4LzAxL3NpZS9pbnRlcm5hbC9sYWJlbCIgLz48L3Npc2w+PFVzZXJOYW1lPlVTXG5ycDAyNDE1ODI8L1VzZXJOYW1lPjxEYXRlVGltZT4yLzE0LzIwMjAgNjoyOTozNCBQTTwvRGF0ZVRpbWU+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YWNmOWVjYzMtMGY0NS00MjM0LWE5MGQtZTQzNjhmYWNkOTgx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PC9zaXNsPjxVc2VyTmFtZT5VU1xucnAwMjQxNTgyPC9Vc2VyTmFtZT48RGF0ZVRpbWU+Mi8xNy8yMDIwIDg6Mjg6MzE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jk5N2E3MTZlLWMwM2YtNDNiMS1hNWIwLWQ2Y2QwNGU5YmE0MCIgdmFsdWU9IiIgeG1sbnM9Imh0dHA6Ly93d3cuYm9sZG9uamFtZXMuY29tLzIwMDgvMDEvc2llL2ludGVybmFsL2xhYmVsIiAvPjxlbGVtZW50IHVpZD0iYWFmYzlhOTUtZWU1ZC00ODdjLTljNGUtNjdhNTM4MGYyOTkxIiB2YWx1ZT0iIiB4bWxucz0iaHR0cDovL3d3dy5ib2xkb25qYW1lcy5jb20vMjAwOC8wMS9zaWUvaW50ZXJuYWwvbGFiZWwiIC8+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wvc2lzbD48VXNlck5hbWU+VVNcbnJwMDI0MTU4MjwvVXNlck5hbWU+PERhdGVUaW1lPjIvMTgvMjAyMCA0OjU4OjI4IFBNPC9EYXRlVGltZT48TGFiZWxTdHJpbmc+T3JpZ2luIEp1cmlzZGljdGlvbjogVVMgIHwgUmF5dGhlb24gUHJvcHJpZXRhcn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MDEyZWIyMmMtNzZjYS00ZTRmLThhYjktZmFiYjA1NGFlMTQw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PC9zaXNsPjxVc2VyTmFtZT5VU1xucnAwMjQxNTgyPC9Vc2VyTmFtZT48RGF0ZVRpbWU+Mi8xOC8yMDIwIDU6MDA6MTYgUE08L0RhdGVUaW1lPjxMYWJlbFN0cmluZz5PcmlnaW4gSnVyaXNkaWN0aW9uOiBVUyAgfCBSYXl0aGVvbiBNb3N0IFByaXZhdGUgfCBQZXIgQ3VycmVudCBSYXl0aGVvbiBQb2xpY3kgKFJQLU9HQy0wMzUpIHwgVVMtRXhwb3J0IENvbnRyb2xsZWQgSnVyaXNkaWN0aW9uIFVuZGV0ZXJtaW5lZCB8IFBlciBDdXJyZW50IFJheXRoZW9uIFBvbGljeSAoUEktT0dDLUdUQy01MDA0KT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JhY2Y5ZWNjMy0wZjQ1LTQyMzQtYTkwZC1lNDM2OGZhY2Q5ODE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G5ycDAyNDE1ODI8L1VzZXJOYW1lPjxEYXRlVGltZT4zLzcvMjAyMCA4OjIzOjM2IFBNPC9EYXRlVGltZT48TGFiZWxTdHJpbmc+T3JpZ2luIEp1cmlzZGljdGlvbjogVVMgIHwgSW50ZXJuYWwgVXNlIE9ubH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OTk3YTcxNmUtYzAzZi00M2IxLWE1YjAtZDZjZDA0ZTliYTQw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PC9zaXNsPjxVc2VyTmFtZT5VU1xucnAwMjQxNTgyPC9Vc2VyTmFtZT48RGF0ZVRpbWU+My83LzIwMjAgODoyNDo0OSBQTTwvRGF0ZVRpbWU+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ZmI5OTEzMDgtYTNkZS00MGE4LTk2N2ItMDkyMjMzNDI0MWJhIiB2YWx1ZT0iIiB4bWxucz0iaHR0cDovL3d3dy5ib2xkb25qYW1lcy5jb20vMjAwOC8wMS9zaWUvaW50ZXJuYWwvbGFiZWwiIC8+PGVsZW1lbnQgdWlkPSJjMjA2ZDVmYS1hZWUxLTRmNjQtODlkOS1mODFlNGQ3YjNhY2MiIHZhbHVlPSIiIHhtbG5zPSJodHRwOi8vd3d3LmJvbGRvbmphbWVzLmNvbS8yMDA4LzAxL3NpZS9pbnRlcm5hbC9sYWJlbCIgLz48ZWxlbWVudCB1aWQ9ImFjZjllY2MzLTBmNDUtNDIzNC1hOTBkLWU0MzY4ZmFjZDk4MSIgdmFsdWU9IiIgeG1sbnM9Imh0dHA6Ly93d3cuYm9sZG9uamFtZXMuY29tLzIwMDgvMDEvc2llL2ludGVybmFsL2xhYmVsIiAvPjxlbGVtZW50IHVpZD0iYWFmYzlhOTUtZWU1ZC00ODdjLTljNGUtNjdhNTM4MGYyOTkxIiB2YWx1ZT0iIiB4bWxucz0iaHR0cDovL3d3dy5ib2xkb25qYW1lcy5jb20vMjAwOC8wMS9zaWUvaW50ZXJuYWwvbGFiZWwiIC8+PC9zaXNsPjxVc2VyTmFtZT5VU1wxMTAzMDg1PC9Vc2VyTmFtZT48RGF0ZVRpbWU+My8xMi8yMDIwIDY6MjM6MjM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PGl0ZW0+PHNpc2wgc2lzbFZlcnNpb249IjAiIHBvbGljeT0iY2RlNTNhYzEtYmY1Zi00YWFlLTljZjEtMDc1MDllMjNhNGIwIiBvcmlnaW49InVzZXJTZWxlY3RlZCIgLz48VXNlck5hbWU+VVNcMTEwMzA4NTwvVXNlck5hbWU+PERhdGVUaW1lPjMvMTMvMjAyMCAxMDowMjo0NCBQTTwvRGF0ZVRpbWU+PExhYmVsU3RyaW5nPlRoaXMgYXJ0aWZhY3QgaGFzIG5vIGNsYXNzaWZpY2F0aW9uLjwvTGFiZWxTdHJpbmc+PC9pdGVtPjxpdGVtPjxzaXNsIHNpc2xWZXJzaW9uPSIwIiBwb2xpY3k9ImNkZTUzYWMxLWJmNWYtNGFhZS05Y2YxLTA3NTA5ZTIzYTRiMCIgb3JpZ2luPSJ1c2VyU2VsZWN0ZWQiPjxlbGVtZW50IHVpZD0iMTVmZWZhMWMtYWY2Ny00ZWJmLWE3MWQtZjAxNjIxMTY4OTYy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DExMDMwODU8L1VzZXJOYW1lPjxEYXRlVGltZT4zLzEzLzIwMjAgMTA6MDU6NDQgUE08L0RhdGVUaW1lPjxMYWJlbFN0cmluZz5PcmlnaW4gSnVyaXNkaWN0aW9uOiBVUyAgfCBUaGlyZCBQYXJ0eSBQcm9wcmlldGFyeSAtIE5lZWQgdG8gS25vdyB8IFBlciBDdXJyZW50IFJheXRoZW9uIFBvbGljeSAoUlAtT0dDLTAzNSkgfCBPdGhlciBJbmZvcm1hdGlvbiAoTm90IFJlcXVpcmluZyBhbiBFeHBvcnQgQ29udHJvbCBNYXJraW5nKSB8IE5vIG1hcmtpbmcgYXBwbGllZCBieSB0aGUgdG9vbD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xlbGVtZW50IHVpZD0iYWNmOWVjYzMtMGY0NS00MjM0LWE5MGQtZTQzNjhmYWNkOTgxIiB2YWx1ZT0iIiB4bWxucz0iaHR0cDovL3d3dy5ib2xkb25qYW1lcy5jb20vMjAwOC8wMS9zaWUvaW50ZXJuYWwvbGFiZWwiIC8+PGVsZW1lbnQgdWlkPSJhYWZjOWE5NS1lZTVkLTQ4N2MtOWM0ZS02N2E1MzgwZjI5OTEiIHZhbHVlPSIiIHhtbG5zPSJodHRwOi8vd3d3LmJvbGRvbmphbWVzLmNvbS8yMDA4LzAxL3NpZS9pbnRlcm5hbC9sYWJlbCIgLz48L3Npc2w+PFVzZXJOYW1lPlVTXG5ycDAyNDE1ODI8L1VzZXJOYW1lPjxEYXRlVGltZT4zLzIzLzIwMjAgNzo1ODoxOSBQTTwvRGF0ZVRpbWU+PExhYmVsU3RyaW5nPk9yaWdpbiBKdXJpc2RpY3Rpb246IFVTICB8IEludGVybmFsIFVzZSBPbmx5IHwgUGVyIEN1cnJlbnQgUmF5dGhlb24gUG9saWN5IChSUC1PR0MtMDM1KSB8IE90aGVyIEluZm9ybWF0aW9uIChOb3QgUmVxdWlyaW5nIGFuIEV4cG9ydCBDb250cm9sIE1hcmtpbmcpIHwgTm8gbWFya2luZyBhcHBsaWVkIGJ5IHRoZSB0b29s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PGVsZW1lbnQgdWlkPSIxNWZlZmExYy1hZjY3LTRlYmYtYTcxZC1mMDE2MjExNjg5NjIiIHZhbHVlPSIiIHhtbG5zPSJodHRwOi8vd3d3LmJvbGRvbmphbWVzLmNvbS8yMDA4LzAxL3NpZS9pbnRlcm5hbC9sYWJlbCIgLz48ZWxlbWVudCB1aWQ9ImFhZmM5YTk1LWVlNWQtNDg3Yy05YzRlLTY3YTUzODBmMjk5MSIgdmFsdWU9IiIgeG1sbnM9Imh0dHA6Ly93d3cuYm9sZG9uamFtZXMuY29tLzIwMDgvMDEvc2llL2ludGVybmFsL2xhYmVsIiAvPjwvc2lzbD48VXNlck5hbWU+VVNcbnJwMDI0MTU4MjwvVXNlck5hbWU+PERhdGVUaW1lPjMvMjMvMjAyMCA4OjQ4OjA4IFBNPC9EYXRlVGltZT48TGFiZWxTdHJpbmc+T3JpZ2luIEp1cmlzZGljdGlvbjogVVMgIHwgVGhpcmQgUGFydHkgUHJvcHJpZXRhcnkgLSBOZWVkIHRvIEtub3c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iAvPjxVc2VyTmFtZT5VU1wxMTAzMDg1PC9Vc2VyTmFtZT48RGF0ZVRpbWU+My8yMy8yMDIwIDEwOjE1OjQwIFBNPC9EYXRlVGltZT48TGFiZWxTdHJpbmc+VGhpcyBhcnRpZmFjdCBoYXMgbm8gY2xhc3NpZmljYXRpb24uPC9MYWJlbFN0cmluZz48L2l0ZW0+PGl0ZW0+PHNpc2wgc2lzbFZlcnNpb249IjAiIHBvbGljeT0iY2RlNTNhYzEtYmY1Zi00YWFlLTljZjEtMDc1MDllMjNhNGIwIiBvcmlnaW49ImRlZmF1bHRWYWx1ZSI+PGVsZW1lbnQgdWlkPSJiYmE5NGM2NS1hYzNkLTRmMzQtYjJlMS04ZGUxMWVmNmYwMWMiIHZhbHVlPSIiIHhtbG5zPSJodHRwOi8vd3d3LmJvbGRvbmphbWVzLmNvbS8yMDA4LzAxL3NpZS9pbnRlcm5hbC9sYWJlbCIgLz48L3Npc2w+PFVzZXJOYW1lPlVTXG5ycDAyNDE1ODI8L1VzZXJOYW1lPjxEYXRlVGltZT40LzIwLzIwMjAgNDoyOToyMyBQTTwvRGF0ZVRpbWU+PExhYmVsU3RyaW5nPk9yaWdpbiBKdXJpc2RpY3Rpb246IFVTIDwvTGFiZWxTdHJpbmc+PC9pdGVtPjxpdGVtPjxzaXNsIHNpc2xWZXJzaW9uPSIwIiBwb2xpY3k9ImNkZTUzYWMxLWJmNWYtNGFhZS05Y2YxLTA3NTA5ZTIzYTRiMCIgb3JpZ2luPSJ1c2VyU2VsZWN0ZWQiIC8+PFVzZXJOYW1lPlVTXDExMDMwODU8L1VzZXJOYW1lPjxEYXRlVGltZT40LzIwLzIwMjAgNjozMjo1MCBQTTwvRGF0ZVRpbWU+PExhYmVsU3RyaW5nPlRoaXMgYXJ0aWZhY3QgaGFzIG5vIGNsYXNzaWZpY2F0aW9uLjwvTGFiZWxTdHJpbmc+PC9pdGVtPjxpdGVtPjxzaXNsIHNpc2xWZXJzaW9uPSIwIiBwb2xpY3k9ImNkZTUzYWMxLWJmNWYtNGFhZS05Y2YxLTA3NTA5ZTIzYTRiMCIgb3JpZ2luPSJkZWZhdWx0VmFsdWUiPjxlbGVtZW50IHVpZD0iYmJhOTRjNjUtYWMzZC00ZjM0LWIyZTEtOGRlMTFlZjZmMDFjIiB2YWx1ZT0iIiB4bWxucz0iaHR0cDovL3d3dy5ib2xkb25qYW1lcy5jb20vMjAwOC8wMS9zaWUvaW50ZXJuYWwvbGFiZWwiIC8+PC9zaXNsPjxVc2VyTmFtZT5VU1x2YWExMDUwPC9Vc2VyTmFtZT48RGF0ZVRpbWU+MTIvMTYvMjAyMCA1OjIyOjIzIFBNPC9EYXRlVGltZT48TGFiZWxTdHJpbmc+T3JpZ2luIEp1cmlzZGljdGlvbjogVVMg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mRlY2VjYmQ2LWRhM2ItNDZmZS04ZjAwLWY5ZDlkZWVhMmVlMSIgdmFsdWU9IiIgeG1sbnM9Imh0dHA6Ly93d3cuYm9sZG9uamFtZXMuY29tLzIwMDgvMDEvc2llL2ludGVybmFsL2xhYmVsIiAvPjxlbGVtZW50IHVpZD0iYmJiZjdiZjQtNGY0Zi00MTg5LTljNWUtNjUwMTVkZThhNmFkIiB2YWx1ZT0iIiB4bWxucz0iaHR0cDovL3d3dy5ib2xkb25qYW1lcy5jb20vMjAwOC8wMS9zaWUvaW50ZXJuYWwvbGFiZWwiIC8+PGVsZW1lbnQgdWlkPSJmYjk5MTMwOC1hM2RlLTQwYTgtOTY3Yi0wOTIyMzM0MjQxYmEiIHZhbHVlPSIiIHhtbG5zPSJodHRwOi8vd3d3LmJvbGRvbmphbWVzLmNvbS8yMDA4LzAxL3NpZS9pbnRlcm5hbC9sYWJlbCIgLz48ZWxlbWVudCB1aWQ9ImMyMDZkNWZhLWFlZTEtNGY2NC04OWQ5LWY4MWU0ZDdiM2FjYyIgdmFsdWU9IiIgeG1sbnM9Imh0dHA6Ly93d3cuYm9sZG9uamFtZXMuY29tLzIwMDgvMDEvc2llL2ludGVybmFsL2xhYmVsIiAvPjwvc2lzbD48VXNlck5hbWU+VVNcdmFhMTA1MDwvVXNlck5hbWU+PERhdGVUaW1lPjEyLzE3LzIwMjAgMTo1NDo0NiBQTTwvRGF0ZVRpbWU+PExhYmVsU3RyaW5nPk9yaWdpbiBKdXJpc2RpY3Rpb246IFVTICB8IFVucmVzdHJpY3RlZCBDb250ZW50IHwgTm8gbWFya2luZyBhcHBsaWVkIGJ5IHRoaXMgdG9vbC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iAvPjxVc2VyTmFtZT5VU1wxMTYxMTEzPC9Vc2VyTmFtZT48RGF0ZVRpbWU+Ni8xLzIwMjMgMjo0OTo1NCBQTTwvRGF0ZVRpbWU+PExhYmVsU3RyaW5nPlRoaXMgYXJ0aWZhY3QgaGFzIG5vIGNsYXNzaWZpY2F0aW9uLjwvTGFiZWxTdHJpbmc+PC9pdGVtPjxpdGVtPjxzaXNsIHNpc2xWZXJzaW9uPSIwIiBwb2xpY3k9ImNkZTUzYWMxLWJmNWYtNGFhZS05Y2YxLTA3NTA5ZTIzYTRiMCIgb3JpZ2luPSJ1c2VyU2VsZWN0ZWQiPjxlbGVtZW50IHVpZD0iZGVjZWNiZDYtZGEzYi00NmZlLThmMDAtZjlkOWRlZWEyZWUxIiB2YWx1ZT0iIiB4bWxucz0iaHR0cDovL3d3dy5ib2xkb25qYW1lcy5jb20vMjAwOC8wMS9zaWUvaW50ZXJuYWwvbGFiZWwiIC8+PGVsZW1lbnQgdWlkPSJhNGE5ZjM4Mi04Y2VjLTQwYmItYTljMy1jMTg3NmRlZDlkZWU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ZDc1OWNkN2EtYjU3Yy00MmU0LTlhNDktOWI4MmEyMzM3NTc5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DExNjExMTM8L1VzZXJOYW1lPjxEYXRlVGltZT42LzYvMjAyMyA3OjEwOjE1IFBNPC9EYXRlVGltZT48TGFiZWxTdHJpbmc+T3JpZ2luIEp1cmlzZGljdGlvbjogVVMgfCBVbnJlc3RyaWN0ZWQgQ29udGVudCB8IFJheXRoZW9uIFRlY2hub2xvZ2llcyAoQ29ycG9yYXRlIE9ubHkpIHwgTm9uLUV4cG9ydCBDb250cm9sbGVkIFRlY2huaWNhbCBJbmZvcm1hdGlvbiAoRVhJTSBEZXRlcm1pbmVkIE9ubHkpIHwgTm8gbWFya2luZyBhcHBsaWVkIGJ5IHRoZSB0b29s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PGVsZW1lbnQgdWlkPSJhY2Y5ZWNjMy0wZjQ1LTQyMzQtYTkwZC1lNDM2OGZhY2Q5ODEiIHZhbHVlPSIiIHhtbG5zPSJodHRwOi8vd3d3LmJvbGRvbmphbWVzLmNvbS8yMDA4LzAxL3NpZS9pbnRlcm5hbC9sYWJlbCIgLz48ZWxlbWVudCB1aWQ9ImE0YTlmMzgyLThjZWMtNDBiYi1hOWMzLWMxODc2ZGVkOWRlZSIgdmFsdWU9IiIgeG1sbnM9Imh0dHA6Ly93d3cuYm9sZG9uamFtZXMuY29tLzIwMDgvMDEvc2llL2ludGVybmFsL2xhYmVsIiAvPjwvc2lzbD48VXNlck5hbWU+VVNcMTE2MTExMzwvVXNlck5hbWU+PERhdGVUaW1lPjYvNi8yMDIzIDc6MTA6MzIgUE08L0RhdGVUaW1lPjxMYWJlbFN0cmluZz5PcmlnaW4gSnVyaXNkaWN0aW9uOiBVUyB8IENvbXBhbnkgVXNlL0ludGVybmFsIFVzZSBPbmx5IHwgUmF5dGhlb24gVGVjaG5vbG9naWVzIChDb3Jwb3JhdGUgT25seSkgfCBPdGhlciBJbmZvcm1hdGlvbiAoTm90IFJlcXVpcmluZyBhbiBFeHBvcnQgQ29udHJvbCBNYXJraW5nKSB8IE5vIG1hcmtpbmcgYXBwbGllZCBieSB0aGUgdG9vbDwvTGFiZWxTdHJpbmc+PC9pdGVtPjxpdGVtPjxzaXNsIHNpc2xWZXJzaW9uPSIwIiBwb2xpY3k9ImNkZTUzYWMxLWJmNWYtNGFhZS05Y2YxLTA3NTA5ZTIzYTRiMCIgb3JpZ2luPSJ1c2VyU2VsZWN0ZWQiIC8+PFVzZXJOYW1lPlVTXDExNjExMTM8L1VzZXJOYW1lPjxEYXRlVGltZT42LzYvMjAyMyA4OjE3OjQwIFBNPC9EYXRlVGltZT48TGFiZWxTdHJpbmc+VGhpcyBhcnRpZmFjdCBoYXMgbm8gY2xhc3NpZmljYXRpb24uPC9MYWJlbFN0cmluZz48L2l0ZW0+PGl0ZW0+PHNpc2wgc2lzbFZlcnNpb249IjAiIHBvbGljeT0iY2RlNTNhYzEtYmY1Zi00YWFlLTljZjEtMDc1MDllMjNhNGIwIiBvcmlnaW49InVzZXJTZWxlY3RlZCI+PGVsZW1lbnQgdWlkPSJhY2Y5ZWNjMy0wZjQ1LTQyMzQtYTkwZC1lNDM2OGZhY2Q5ODEiIHZhbHVlPSIiIHhtbG5zPSJodHRwOi8vd3d3LmJvbGRvbmphbWVzLmNvbS8yMDA4LzAxL3NpZS9pbnRlcm5hbC9sYWJlbCIgLz48ZWxlbWVudCB1aWQ9IjY5ZDAwYWNkLTg5YzQtNDRlMC04NGFlLWU1OGRhMTdmNDg1YyIgdmFsdWU9IiIgeG1sbnM9Imh0dHA6Ly93d3cuYm9sZG9uamFtZXMuY29tLzIwMDgvMDEvc2llL2ludGVybmFsL2xhYmVsIiAvPjxlbGVtZW50IHVpZD0iYmJhOTRjNjUtYWMzZC00ZjM0LWIyZTEtOGRlMTFlZjZmMDFjIiB2YWx1ZT0iIiB4bWxucz0iaHR0cDovL3d3dy5ib2xkb25qYW1lcy5jb20vMjAwOC8wMS9zaWUvaW50ZXJuYWwvbGFiZWwiIC8+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xlbGVtZW50IHVpZD0iYTI3ZjY3MWYtMDQ1YS00OWQyLWIyMzgtNGYzY2EyZTBiMGJiIiB2YWx1ZT0iIiB4bWxucz0iaHR0cDovL3d3dy5ib2xkb25qYW1lcy5jb20vMjAwOC8wMS9zaWUvaW50ZXJuYWwvbGFiZWwiIC8+PC9zaXNsPjxVc2VyTmFtZT5BRFhVXEUyMTE2MTExMzwvVXNlck5hbWU+PERhdGVUaW1lPjgvMTQvMjAyMyAxOjUwOjQ2IFBNPC9EYXRlVGltZT48TGFiZWxTdHJpbmc+RXhwb3J0IENvbnRyb2wgQ291bnRyeTogVVMgIHwgQ29tcGFueSBVc2UgfCBSYXl0aGVvbiBUZWNobm9sb2dpZXMgfCBPdGhlciBJbmZvcm1hdGlvbiAoTm90IFJlcXVpcmluZyBhbiBFeHBvcnQgQ29udHJvbCBNYXJraW5nKSB8IE5vIHZpc3VhbCBtYXJraW5nIGFwcGxpZWQgYnkgdGhlIHRvb2wgfCBObyBUZWNoIERhdGE8L0xhYmVsU3RyaW5nPjwvaXRlbT48aXRlbT48c2lzbCBzaXNsVmVyc2lvbj0iMCIgcG9saWN5PSJjZGU1M2FjMS1iZjVmLTRhYWUtOWNmMS0wNzUwOWUyM2E0YjAiIG9yaWdpbj0idXNlclNlbGVjdGVkIj48ZWxlbWVudCB1aWQ9ImFjZjllY2MzLTBmNDUtNDIzNC1hOTBkLWU0MzY4ZmFjZDk4MSIgdmFsdWU9IiIgeG1sbnM9Imh0dHA6Ly93d3cuYm9sZG9uamFtZXMuY29tLzIwMDgvMDEvc2llL2ludGVybmFsL2xhYmVsIiAvPjxlbGVtZW50IHVpZD0iNjlkMDBhY2QtODljNC00NGUwLTg0YWUtZTU4ZGExN2Y0ODVjIiB2YWx1ZT0iIiB4bWxucz0iaHR0cDovL3d3dy5ib2xkb25qYW1lcy5jb20vMjAwOC8wMS9zaWUvaW50ZXJuYWwvbGFiZWwiIC8+PGVsZW1lbnQgdWlkPSJiYmE5NGM2NS1hYzNkLTRmMzQtYjJlMS04ZGUxMWVmNmYwMWM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PC9zaXNsPjxVc2VyTmFtZT5BRFhVXEUyMTE2MTExMzwvVXNlck5hbWU+PERhdGVUaW1lPjgvMTcvMjAyMyAyOjI2OjI5IFBNPC9EYXRlVGltZT48TGFiZWxTdHJpbmc+RXhwb3J0IENvbnRyb2wgQ291bnRyeTogVVMgIHwgQ29tcGFueSBVc2UvSW50ZXJuYWwgVXNlIE9ubHkgfCBSVFggQ29ycG9yYXRpb24gKENvcnBvcmF0ZSkgfCBPdGhlciBJbmZvcm1hdGlvbiAoTm90IFJlcXVpcmluZyBhbiBFeHBvcnQgQ29udHJvbCBNYXJraW5nKSB8IE5vIHZpc3VhbCBtYXJraW5nIGFwcGxpZWQgYnkgdGhlIHRvb2w8L0xhYmVsU3RyaW5nPjwvaXRlbT48aXRlbT48c2lzbCBzaXNsVmVyc2lvbj0iMCIgcG9saWN5PSJjZGU1M2FjMS1iZjVmLTRhYWUtOWNmMS0wNzUwOWUyM2E0YjAiIG9yaWdpbj0idXNlclNlbGVjdGVkIj48ZWxlbWVudCB1aWQ9ImRlY2VjYmQ2LWRhM2ItNDZmZS04ZjAwLWY5ZDlkZWVhMmVlMSIgdmFsdWU9IiIgeG1sbnM9Imh0dHA6Ly93d3cuYm9sZG9uamFtZXMuY29tLzIwMDgvMDEvc2llL2ludGVybmFsL2xhYmVsIiAvPjxlbGVtZW50IHVpZD0iYmJhOTRjNjUtYWMzZC00ZjM0LWIyZTEtOGRlMTFlZjZmMDFjIiB2YWx1ZT0iIiB4bWxucz0iaHR0cDovL3d3dy5ib2xkb25qYW1lcy5jb20vMjAwOC8wMS9zaWUvaW50ZXJuYWwvbGFiZWwiIC8+PGVsZW1lbnQgdWlkPSJhMDZkYTRkYS1hMjYzLTQxMzYtYjRmZC1mMjhhMTdkMzAxODg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PC9zaXNsPjxVc2VyTmFtZT5BRFhVXEUyMTE2MTExMzwvVXNlck5hbWU+PERhdGVUaW1lPjEyLzI4LzIwMjQgMzoxOTozNiBQTTwvRGF0ZVRpbWU+PExhYmVsU3RyaW5nPkV4cG9ydCBDb250cm9sIENvdW50cnk6IFVTICB8IFVucmVzdHJpY3RlZCBDb250ZW50IHwgVXNlIFByZWV4aXN0aW5nIE1hcmtpbmcgKG5vdCBhcHBsaWVkIGJ5IHRoaXMgdG9vbCkgfCBPdGhlciBJbmZvcm1hdGlvbiAoTm90IFJlcXVpcmluZyBhbiBFeHBvcnQgQ29udHJvbCBNYXJraW5nKSB8IE5vIHZpc3VhbCBtYXJraW5nIGFwcGxpZWQgYnkgdGhlIHRvb2w8L0xhYmVsU3RyaW5nPjwvaXRlbT48aXRlbT48c2lzbCBzaXNsVmVyc2lvbj0iMCIgcG9saWN5PSJjZGU1M2FjMS1iZjVmLTRhYWUtOWNmMS0wNzUwOWUyM2E0YjAiIG9yaWdpbj0idXNlclNlbGVjdGVkIj48ZWxlbWVudCB1aWQ9ImFjZjllY2MzLTBmNDUtNDIzNC1hOTBkLWU0MzY4ZmFjZDk4MSIgdmFsdWU9IiIgeG1sbnM9Imh0dHA6Ly93d3cuYm9sZG9uamFtZXMuY29tLzIwMDgvMDEvc2llL2ludGVybmFsL2xhYmVsIiAvPjxlbGVtZW50IHVpZD0iYTA2ZGE0ZGEtYTI2My00MTM2LWI0ZmQtZjI4YTE3ZDMwMTg4IiB2YWx1ZT0iIiB4bWxucz0iaHR0cDovL3d3dy5ib2xkb25qYW1lcy5jb20vMjAwOC8wMS9zaWUvaW50ZXJuYWwvbGFiZWwiIC8+PGVsZW1lbnQgdWlkPSJiYmE5NGM2NS1hYzNkLTRmMzQtYjJlMS04ZGUxMWVmNmYwMWMiIHZhbHVlPSIiIHhtbG5zPSJodHRwOi8vd3d3LmJvbGRvbmphbWVzLmNvbS8yMDA4LzAxL3NpZS9pbnRlcm5hbC9sYWJlbCIgLz48ZWxlbWVudCB1aWQ9ImJjMmI3YzAxLTZkYjEtNGU3ZC04OGQxLWZjNjE2NzRmODZmZCIgdmFsdWU9IiIgeG1sbnM9Imh0dHA6Ly93d3cuYm9sZG9uamFtZXMuY29tLzIwMDgvMDEvc2llL2ludGVybmFsL2xhYmVsIiAvPjxlbGVtZW50IHVpZD0iOTJlOTkzYTMtYWYzMi00YWZiLWFhMTktM2E0OWNkYjgyYzdhIiB2YWx1ZT0iIiB4bWxucz0iaHR0cDovL3d3dy5ib2xkb25qYW1lcy5jb20vMjAwOC8wMS9zaWUvaW50ZXJuYWwvbGFiZWwiIC8+PC9zaXNsPjxVc2VyTmFtZT5BRFhVXEUyMTE2MTExMzwvVXNlck5hbWU+PERhdGVUaW1lPjIvMTcvMjAyNiAzOjU5OjI0IFBNPC9EYXRlVGltZT48TGFiZWxTdHJpbmc+RXhwb3J0IENvbnRyb2wgQ291bnRyeTogVVMgIHwgQ29tcGFueSBVc2UgfCBVc2UgUHJlZXhpc3RpbmcgTWFya2luZyAobm90IGFwcGxpZWQgYnkgdGhpcyB0b29sKSB8IE90aGVyIEluZm9ybWF0aW9uIChOb3QgUmVxdWlyaW5nIGFuIEV4cG9ydCBDb250cm9sIE1hcmtpbmcpIHwgTm8gdmlzdWFsIG1hcmtpbmcgYXBwbGllZCBieSB0aGUgdG9vbDwvTGFiZWxTdHJpbmc+PC9pdGVtPjxpdGVtPjxzaXNsIHNpc2xWZXJzaW9uPSIwIiBwb2xpY3k9ImNkZTUzYWMxLWJmNWYtNGFhZS05Y2YxLTA3NTA5ZTIzYTRiMCIgb3JpZ2luPSJ1c2VyU2VsZWN0ZWQiPjxlbGVtZW50IHVpZD0iMGVlNDMxNmUtZjZkZS00YjM2LTkxMzMtMzY5YjI5NTUwMmFhIiB2YWx1ZT0iIiB4bWxucz0iaHR0cDovL3d3dy5ib2xkb25qYW1lcy5jb20vMjAwOC8wMS9zaWUvaW50ZXJuYWwvbGFiZWwiIC8+PGVsZW1lbnQgdWlkPSJiYmE5NGM2NS1hYzNkLTRmMzQtYjJlMS04ZGUxMWVmNmYwMWMiIHZhbHVlPSIiIHhtbG5zPSJodHRwOi8vd3d3LmJvbGRvbmphbWVzLmNvbS8yMDA4LzAxL3NpZS9pbnRlcm5hbC9sYWJlbCIgLz48ZWxlbWVudCB1aWQ9IjVhN2MxZDNjLTcyY2UtNDM2Zi04ZTBmLTVhMTNiODI3ZTIwZS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kFEWFVcRTEwNjYxNDM5PC9Vc2VyTmFtZT48RGF0ZVRpbWU+NC8xMC8yMDI2IDI6MTI6MTUgUE08L0RhdGVUaW1lPjxMYWJlbFN0cmluZz5FeHBvcnQgQ29udHJvbCBDb3VudHJ5OiBVUyAgfCBBcHByb3ZlZCBmb3IgUHVibGljIERpc2Nsb3N1cmUgfCBSYXl0aGVvbiBDb21wYW55IHwgT3RoZXIgSW5mb3JtYXRpb24gKE5vdCBSZXF1aXJpbmcgYW4gRXhwb3J0IENvbnRyb2wgTWFya2luZykgfCBObyB2aXN1YWwgbWFya2luZyBhcHBsaWVkIGJ5IHRoZSB0b29sPC9MYWJlbFN0cmluZz48L2l0ZW0+PC9sYWJlbEhpc3Rvcnk+</Value>
  <Signature xmlns="http://www.w3.org/2000/09/xmldsig#">
    <SignedInfo>
      <CanonicalizationMethod Algorithm="http://www.w3.org/TR/2001/REC-xml-c14n-20010315"/>
      <SignatureMethod Algorithm="http://www.w3.org/2001/04/xmldsig-more#rsa-sha256"/>
      <Reference URI="">
        <Transforms>
          <Transform Algorithm="http://www.w3.org/2000/09/xmldsig#enveloped-signature"/>
        </Transforms>
        <DigestMethod Algorithm="http://www.w3.org/2001/04/xmlenc#sha256"/>
        <DigestValue>aSUareeD/WqxyTpCW31hkXYBdvhcmckP9xoKeKVg7eY=</DigestValue>
      </Reference>
      <Reference URI="#CLASSIFICATIONHISTORY">
        <DigestMethod Algorithm="http://www.w3.org/2001/04/xmlenc#sha256"/>
        <DigestValue>u+SusBK8bW0DE/VJ0KKQ4QicTe5yk5tsgiXcfHX/BY4=</DigestValue>
      </Reference>
    </SignedInfo>
    <SignatureValue>MwgRLanXrJlUh3mkavmQZXUTrzt1+8CrL5E+vNvi84AW04kjm+ggEyISBzcIccK9FC5z2jHFlKvo5EmlSXsHlA==</SignatureValue>
    <Object Id="CLASSIFICATIONHISTORY">
      <ArrayOfString xmlns:xsi="http://www.w3.org/2001/XMLSchema-instance" xmlns:xsd="http://www.w3.org/2001/XMLSchema" xmlns="">
        <string>x7bvj/aHlh15uad4Ct4GfaZwGl3ZcDpX</string>
      </ArrayOfString>
    </Object>
  </Signature>
</WrappedLabelHistory>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sisl xmlns:xsi="http://www.w3.org/2001/XMLSchema-instance" xmlns:xsd="http://www.w3.org/2001/XMLSchema" xmlns="http://www.boldonjames.com/2008/01/sie/internal/label" sislVersion="0" policy="cde53ac1-bf5f-4aae-9cf1-07509e23a4b0" origin="userSelected">
  <element uid="0ee4316e-f6de-4b36-9133-369b295502aa" value=""/>
  <element uid="bba94c65-ac3d-4f34-b2e1-8de11ef6f01c" value=""/>
  <element uid="5a7c1d3c-72ce-436f-8e0f-5a13b827e20e" value=""/>
  <element uid="bc2b7c01-6db1-4e7d-88d1-fc61674f86fd" value=""/>
  <element uid="92e993a3-af32-4afb-aa19-3a49cdb82c7a" value=""/>
</sisl>
</file>

<file path=customXml/itemProps1.xml><?xml version="1.0" encoding="utf-8"?>
<ds:datastoreItem xmlns:ds="http://schemas.openxmlformats.org/officeDocument/2006/customXml" ds:itemID="{F768F78F-F636-41F0-9B4F-B3053C21A3B1}">
  <ds:schemaRefs>
    <ds:schemaRef ds:uri="1f014d26-b0c9-4719-9c4e-6e631f7a801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AE5F23F-329C-4DBF-9D60-45A5F548688A}">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1f014d26-b0c9-4719-9c4e-6e631f7a801d"/>
    <ds:schemaRef ds:uri="http://www.w3.org/XML/1998/namespace"/>
    <ds:schemaRef ds:uri="http://purl.org/dc/dcmitype/"/>
  </ds:schemaRefs>
</ds:datastoreItem>
</file>

<file path=customXml/itemProps3.xml><?xml version="1.0" encoding="utf-8"?>
<ds:datastoreItem xmlns:ds="http://schemas.openxmlformats.org/officeDocument/2006/customXml" ds:itemID="{6CA814C9-3ACF-4C04-8745-F1D0F49110BF}">
  <ds:schemaRefs>
    <ds:schemaRef ds:uri="http://www.w3.org/2001/XMLSchema"/>
    <ds:schemaRef ds:uri="http://www.boldonjames.com/2016/02/Classifier/internal/wrappedLabelHistory"/>
    <ds:schemaRef ds:uri="http://www.w3.org/2000/09/xmldsig#"/>
    <ds:schemaRef ds:uri=""/>
  </ds:schemaRefs>
</ds:datastoreItem>
</file>

<file path=customXml/itemProps4.xml><?xml version="1.0" encoding="utf-8"?>
<ds:datastoreItem xmlns:ds="http://schemas.openxmlformats.org/officeDocument/2006/customXml" ds:itemID="{4F85E5AD-1BCC-408B-B532-7B415316D2C0}">
  <ds:schemaRefs>
    <ds:schemaRef ds:uri="http://schemas.microsoft.com/sharepoint/v3/contenttype/forms"/>
  </ds:schemaRefs>
</ds:datastoreItem>
</file>

<file path=customXml/itemProps5.xml><?xml version="1.0" encoding="utf-8"?>
<ds:datastoreItem xmlns:ds="http://schemas.openxmlformats.org/officeDocument/2006/customXml" ds:itemID="{24598844-483B-451D-B3CF-CD52D52C22C2}">
  <ds:schemaRefs>
    <ds:schemaRef ds:uri="http://www.w3.org/2001/XMLSchema"/>
    <ds:schemaRef ds:uri="http://www.boldonjames.com/2008/01/sie/internal/label"/>
  </ds:schemaRefs>
</ds:datastoreItem>
</file>

<file path=docMetadata/LabelInfo.xml><?xml version="1.0" encoding="utf-8"?>
<clbl:labelList xmlns:clbl="http://schemas.microsoft.com/office/2020/mipLabelMetadata">
  <clbl:label id="{4447dd6a-a4a1-440b-a6a3-9124ef1ee017}" enabled="1" method="Privileged" siteId="{7a18110d-ef9b-4274-acef-e62ab0fe28ed}" contentBits="0" removed="0"/>
</clbl:labelList>
</file>

<file path=docProps/app.xml><?xml version="1.0" encoding="utf-8"?>
<Properties xmlns="http://schemas.openxmlformats.org/officeDocument/2006/extended-properties" xmlns:vt="http://schemas.openxmlformats.org/officeDocument/2006/docPropsVTypes">
  <Template>RTX-presentation-template (2)</Template>
  <TotalTime>406</TotalTime>
  <Words>1551</Words>
  <Application>Microsoft Office PowerPoint</Application>
  <PresentationFormat>Widescreen</PresentationFormat>
  <Paragraphs>169</Paragraphs>
  <Slides>14</Slides>
  <Notes>14</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14</vt:i4>
      </vt:variant>
    </vt:vector>
  </HeadingPairs>
  <TitlesOfParts>
    <vt:vector size="20" baseType="lpstr">
      <vt:lpstr>Arial</vt:lpstr>
      <vt:lpstr>Cambria Math</vt:lpstr>
      <vt:lpstr>Wingdings</vt:lpstr>
      <vt:lpstr>RTX Masters: Covers</vt:lpstr>
      <vt:lpstr>RTX Masters: Content</vt:lpstr>
      <vt:lpstr>RTX Masters: Section Breakers</vt:lpstr>
      <vt:lpstr>Using Spread Spectrum                    with  Narrow Band Channels</vt:lpstr>
      <vt:lpstr>Spread Spectrum for Wireless Channels</vt:lpstr>
      <vt:lpstr>Reviews</vt:lpstr>
      <vt:lpstr>Reviews</vt:lpstr>
      <vt:lpstr>Review</vt:lpstr>
      <vt:lpstr>The Challenge</vt:lpstr>
      <vt:lpstr>The Solution</vt:lpstr>
      <vt:lpstr>The Experimental Solution</vt:lpstr>
      <vt:lpstr>The Sought Solution</vt:lpstr>
      <vt:lpstr>Analogy</vt:lpstr>
      <vt:lpstr>Hadamard Transformation</vt:lpstr>
      <vt:lpstr>Hadamard Matrix</vt:lpstr>
      <vt:lpstr>What is in the literature, and what is missing</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rtnipcontrolcode:public|rtnipcontrolcodevm:rpogc035|rtnexportcontrolcountry:usa|rtnexportcontrolcode:otherinfo|rtnexportcontrolcodevm:nousecvm</dc:subject>
  <dc:creator>Elmasry, George (USA)</dc:creator>
  <cp:keywords>https:/corpid.rtx.com</cp:keywords>
  <cp:lastModifiedBy>Elmasry, George (USA)</cp:lastModifiedBy>
  <cp:revision>1</cp:revision>
  <dcterms:created xsi:type="dcterms:W3CDTF">2026-04-10T14:11:03Z</dcterms:created>
  <dcterms:modified xsi:type="dcterms:W3CDTF">2026-04-22T16:01:43Z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c279b29e-aeee-4363-9099-b29354846cc8</vt:lpwstr>
  </property>
  <property fmtid="{D5CDD505-2E9C-101B-9397-08002B2CF9AE}" pid="3" name="bjSaver">
    <vt:lpwstr>A2AB0OuaTTiL2YVHw3qxYann2Jd9uCN6</vt:lpwstr>
  </property>
  <property fmtid="{D5CDD505-2E9C-101B-9397-08002B2CF9AE}" pid="4" name="bjClsUserRVM">
    <vt:lpwstr>[]</vt:lpwstr>
  </property>
  <property fmtid="{D5CDD505-2E9C-101B-9397-08002B2CF9AE}" pid="5" name="MSIP_Label_4447dd6a-a4a1-440b-a6a3-9124ef1ee017_Enabled">
    <vt:lpwstr>true</vt:lpwstr>
  </property>
  <property fmtid="{D5CDD505-2E9C-101B-9397-08002B2CF9AE}" pid="6" name="MSIP_Label_4447dd6a-a4a1-440b-a6a3-9124ef1ee017_SetDate">
    <vt:lpwstr>2022-12-09T16:32:43Z</vt:lpwstr>
  </property>
  <property fmtid="{D5CDD505-2E9C-101B-9397-08002B2CF9AE}" pid="7" name="MSIP_Label_4447dd6a-a4a1-440b-a6a3-9124ef1ee017_Method">
    <vt:lpwstr>Privileged</vt:lpwstr>
  </property>
  <property fmtid="{D5CDD505-2E9C-101B-9397-08002B2CF9AE}" pid="8" name="MSIP_Label_4447dd6a-a4a1-440b-a6a3-9124ef1ee017_Name">
    <vt:lpwstr>NO TECH DATA</vt:lpwstr>
  </property>
  <property fmtid="{D5CDD505-2E9C-101B-9397-08002B2CF9AE}" pid="9" name="MSIP_Label_4447dd6a-a4a1-440b-a6a3-9124ef1ee017_SiteId">
    <vt:lpwstr>7a18110d-ef9b-4274-acef-e62ab0fe28ed</vt:lpwstr>
  </property>
  <property fmtid="{D5CDD505-2E9C-101B-9397-08002B2CF9AE}" pid="10" name="MSIP_Label_4447dd6a-a4a1-440b-a6a3-9124ef1ee017_ActionId">
    <vt:lpwstr>9a5bf9cd-cf11-4485-9abb-891aabd778e5</vt:lpwstr>
  </property>
  <property fmtid="{D5CDD505-2E9C-101B-9397-08002B2CF9AE}" pid="11" name="MSIP_Label_4447dd6a-a4a1-440b-a6a3-9124ef1ee017_ContentBits">
    <vt:lpwstr>0</vt:lpwstr>
  </property>
  <property fmtid="{D5CDD505-2E9C-101B-9397-08002B2CF9AE}" pid="12" name="ContentTypeId">
    <vt:lpwstr>0x010100FA49450BF7B11147AA8C116BA14E6848</vt:lpwstr>
  </property>
  <property fmtid="{D5CDD505-2E9C-101B-9397-08002B2CF9AE}" pid="13" name="bjDocumentLabelXML">
    <vt:lpwstr>&lt;?xml version="1.0" encoding="us-ascii"?&gt;&lt;sisl xmlns:xsi="http://www.w3.org/2001/XMLSchema-instance" xmlns:xsd="http://www.w3.org/2001/XMLSchema" sislVersion="0" policy="cde53ac1-bf5f-4aae-9cf1-07509e23a4b0" origin="userSelected" xmlns="http://www.boldonj</vt:lpwstr>
  </property>
  <property fmtid="{D5CDD505-2E9C-101B-9397-08002B2CF9AE}" pid="14" name="bjDocumentLabelXML-0">
    <vt:lpwstr>ames.com/2008/01/sie/internal/label"&gt;&lt;element uid="0ee4316e-f6de-4b36-9133-369b295502aa" value="" /&gt;&lt;element uid="bba94c65-ac3d-4f34-b2e1-8de11ef6f01c" value="" /&gt;&lt;element uid="5a7c1d3c-72ce-436f-8e0f-5a13b827e20e" value="" /&gt;&lt;element uid="bc2b7c01-6db1-4</vt:lpwstr>
  </property>
  <property fmtid="{D5CDD505-2E9C-101B-9397-08002B2CF9AE}" pid="15" name="bjDocumentLabelXML-1">
    <vt:lpwstr>e7d-88d1-fc61674f86fd" value="" /&gt;&lt;element uid="92e993a3-af32-4afb-aa19-3a49cdb82c7a" value="" /&gt;&lt;/sisl&gt;</vt:lpwstr>
  </property>
  <property fmtid="{D5CDD505-2E9C-101B-9397-08002B2CF9AE}" pid="16" name="bjDocumentSecurityLabel">
    <vt:lpwstr>Export Control Country: US  | Approved for Public Disclosure | Raytheon Company | Other Information (Not Requiring an Export Control Marking) | No visual marking applied by the tool</vt:lpwstr>
  </property>
  <property fmtid="{D5CDD505-2E9C-101B-9397-08002B2CF9AE}" pid="17" name="rtnipcontrolcodevm">
    <vt:lpwstr>rpogc035</vt:lpwstr>
  </property>
  <property fmtid="{D5CDD505-2E9C-101B-9397-08002B2CF9AE}" pid="18" name="rtnipcontrolcode">
    <vt:lpwstr>public</vt:lpwstr>
  </property>
  <property fmtid="{D5CDD505-2E9C-101B-9397-08002B2CF9AE}" pid="19" name="rtnexportcontrolcode">
    <vt:lpwstr>otherinfo</vt:lpwstr>
  </property>
  <property fmtid="{D5CDD505-2E9C-101B-9397-08002B2CF9AE}" pid="20" name="rtnexportcontrolcountry">
    <vt:lpwstr>usa</vt:lpwstr>
  </property>
  <property fmtid="{D5CDD505-2E9C-101B-9397-08002B2CF9AE}" pid="21" name="rtnexportcontrolcodevm">
    <vt:lpwstr>nousecvm</vt:lpwstr>
  </property>
  <property fmtid="{D5CDD505-2E9C-101B-9397-08002B2CF9AE}" pid="22" name="bjSlideMasterFooterText">
    <vt:lpwstr>Raytheon Company - Approved for Public Disclosure</vt:lpwstr>
  </property>
  <property fmtid="{D5CDD505-2E9C-101B-9397-08002B2CF9AE}" pid="23" name="bjpmDocIH">
    <vt:lpwstr>VUgNePXmjuYIUIhgmCpxxXaDq1T/nOZR</vt:lpwstr>
  </property>
  <property fmtid="{D5CDD505-2E9C-101B-9397-08002B2CF9AE}" pid="24" name="bjLabelHistoryID">
    <vt:lpwstr>{6CA814C9-3ACF-4C04-8745-F1D0F49110BF}</vt:lpwstr>
  </property>
</Properties>
</file>